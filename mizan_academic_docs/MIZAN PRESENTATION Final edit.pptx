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258" r:id="rId4"/>
    <p:sldId id="259" r:id="rId5"/>
    <p:sldId id="270" r:id="rId6"/>
    <p:sldId id="265" r:id="rId7"/>
    <p:sldId id="261" r:id="rId8"/>
    <p:sldId id="264" r:id="rId9"/>
    <p:sldId id="271" r:id="rId10"/>
    <p:sldId id="266" r:id="rId11"/>
    <p:sldId id="268" r:id="rId12"/>
    <p:sldId id="269" r:id="rId13"/>
    <p:sldId id="272" r:id="rId14"/>
    <p:sldId id="273" r:id="rId15"/>
  </p:sldIdLst>
  <p:sldSz cx="9144000" cy="5143500" type="screen16x9"/>
  <p:notesSz cx="5143500" cy="9144000"/>
  <p:embeddedFontLst>
    <p:embeddedFont>
      <p:font typeface="Funnel Sans" panose="020B0604020202020204" charset="0"/>
      <p:regular r:id="rId18"/>
    </p:embeddedFont>
    <p:embeddedFont>
      <p:font typeface="Mona Sans Semi Bold" panose="020B0604020202020204" charset="0"/>
      <p:regular r:id="rId19"/>
    </p:embeddedFont>
    <p:embeddedFont>
      <p:font typeface="Poppins" panose="00000500000000000000" pitchFamily="2" charset="0"/>
      <p:regular r:id="rId20"/>
      <p:bold r:id="rId21"/>
    </p:embeddedFont>
    <p:embeddedFont>
      <p:font typeface="Urbanist" panose="020B0604020202020204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5B7B39-313E-4DD3-A8EF-7166CD6B0CD5}" v="1" dt="2026-05-20T14:57:10.9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مشعل حمزه الجميعه" userId="3e6b1687-42ba-4487-bc14-35875ab5a411" providerId="ADAL" clId="{132748CA-6E72-44D8-99C5-4592E862DE2A}"/>
    <pc:docChg chg="undo custSel modSld">
      <pc:chgData name="مشعل حمزه الجميعه" userId="3e6b1687-42ba-4487-bc14-35875ab5a411" providerId="ADAL" clId="{132748CA-6E72-44D8-99C5-4592E862DE2A}" dt="2026-05-20T15:09:24.290" v="56" actId="1076"/>
      <pc:docMkLst>
        <pc:docMk/>
      </pc:docMkLst>
      <pc:sldChg chg="modSp mod">
        <pc:chgData name="مشعل حمزه الجميعه" userId="3e6b1687-42ba-4487-bc14-35875ab5a411" providerId="ADAL" clId="{132748CA-6E72-44D8-99C5-4592E862DE2A}" dt="2026-05-20T14:49:23.869" v="1" actId="20577"/>
        <pc:sldMkLst>
          <pc:docMk/>
          <pc:sldMk cId="1376670907" sldId="256"/>
        </pc:sldMkLst>
        <pc:graphicFrameChg chg="modGraphic">
          <ac:chgData name="مشعل حمزه الجميعه" userId="3e6b1687-42ba-4487-bc14-35875ab5a411" providerId="ADAL" clId="{132748CA-6E72-44D8-99C5-4592E862DE2A}" dt="2026-05-20T14:49:23.869" v="1" actId="20577"/>
          <ac:graphicFrameMkLst>
            <pc:docMk/>
            <pc:sldMk cId="1376670907" sldId="256"/>
            <ac:graphicFrameMk id="9" creationId="{5EACB70A-C0D5-4A07-E6D7-F6BE6F48ACF7}"/>
          </ac:graphicFrameMkLst>
        </pc:graphicFrameChg>
      </pc:sldChg>
      <pc:sldChg chg="addSp modSp mod">
        <pc:chgData name="مشعل حمزه الجميعه" userId="3e6b1687-42ba-4487-bc14-35875ab5a411" providerId="ADAL" clId="{132748CA-6E72-44D8-99C5-4592E862DE2A}" dt="2026-05-20T14:53:38.171" v="8" actId="1076"/>
        <pc:sldMkLst>
          <pc:docMk/>
          <pc:sldMk cId="1119328885" sldId="259"/>
        </pc:sldMkLst>
        <pc:spChg chg="mod">
          <ac:chgData name="مشعل حمزه الجميعه" userId="3e6b1687-42ba-4487-bc14-35875ab5a411" providerId="ADAL" clId="{132748CA-6E72-44D8-99C5-4592E862DE2A}" dt="2026-05-20T14:53:31.346" v="5" actId="1076"/>
          <ac:spMkLst>
            <pc:docMk/>
            <pc:sldMk cId="1119328885" sldId="259"/>
            <ac:spMk id="21" creationId="{32ACA777-1ADC-DECA-298D-0D2E08E067C3}"/>
          </ac:spMkLst>
        </pc:spChg>
        <pc:spChg chg="mod">
          <ac:chgData name="مشعل حمزه الجميعه" userId="3e6b1687-42ba-4487-bc14-35875ab5a411" providerId="ADAL" clId="{132748CA-6E72-44D8-99C5-4592E862DE2A}" dt="2026-05-20T14:53:31.346" v="5" actId="1076"/>
          <ac:spMkLst>
            <pc:docMk/>
            <pc:sldMk cId="1119328885" sldId="259"/>
            <ac:spMk id="24" creationId="{A054C792-94DE-B021-9327-EDD49DBDE85A}"/>
          </ac:spMkLst>
        </pc:spChg>
        <pc:spChg chg="mod">
          <ac:chgData name="مشعل حمزه الجميعه" userId="3e6b1687-42ba-4487-bc14-35875ab5a411" providerId="ADAL" clId="{132748CA-6E72-44D8-99C5-4592E862DE2A}" dt="2026-05-20T14:53:31.346" v="5" actId="1076"/>
          <ac:spMkLst>
            <pc:docMk/>
            <pc:sldMk cId="1119328885" sldId="259"/>
            <ac:spMk id="25" creationId="{86DD2930-FB2C-D31D-0CF5-129201902502}"/>
          </ac:spMkLst>
        </pc:spChg>
        <pc:spChg chg="mod">
          <ac:chgData name="مشعل حمزه الجميعه" userId="3e6b1687-42ba-4487-bc14-35875ab5a411" providerId="ADAL" clId="{132748CA-6E72-44D8-99C5-4592E862DE2A}" dt="2026-05-20T14:53:31.346" v="5" actId="1076"/>
          <ac:spMkLst>
            <pc:docMk/>
            <pc:sldMk cId="1119328885" sldId="259"/>
            <ac:spMk id="29" creationId="{0D6E57D3-F910-E353-9608-571A9ED4F56B}"/>
          </ac:spMkLst>
        </pc:spChg>
        <pc:spChg chg="mod">
          <ac:chgData name="مشعل حمزه الجميعه" userId="3e6b1687-42ba-4487-bc14-35875ab5a411" providerId="ADAL" clId="{132748CA-6E72-44D8-99C5-4592E862DE2A}" dt="2026-05-20T14:53:31.346" v="5" actId="1076"/>
          <ac:spMkLst>
            <pc:docMk/>
            <pc:sldMk cId="1119328885" sldId="259"/>
            <ac:spMk id="30" creationId="{0CAB33EF-3216-86FE-3C3F-C9258D01BA7E}"/>
          </ac:spMkLst>
        </pc:spChg>
        <pc:spChg chg="mod">
          <ac:chgData name="مشعل حمزه الجميعه" userId="3e6b1687-42ba-4487-bc14-35875ab5a411" providerId="ADAL" clId="{132748CA-6E72-44D8-99C5-4592E862DE2A}" dt="2026-05-20T14:53:31.346" v="5" actId="1076"/>
          <ac:spMkLst>
            <pc:docMk/>
            <pc:sldMk cId="1119328885" sldId="259"/>
            <ac:spMk id="35" creationId="{0DCE1C7F-8A49-3C1C-E74E-129CBB1F63FA}"/>
          </ac:spMkLst>
        </pc:spChg>
        <pc:spChg chg="mod">
          <ac:chgData name="مشعل حمزه الجميعه" userId="3e6b1687-42ba-4487-bc14-35875ab5a411" providerId="ADAL" clId="{132748CA-6E72-44D8-99C5-4592E862DE2A}" dt="2026-05-20T14:53:31.346" v="5" actId="1076"/>
          <ac:spMkLst>
            <pc:docMk/>
            <pc:sldMk cId="1119328885" sldId="259"/>
            <ac:spMk id="40" creationId="{83802BE0-FC08-03FB-60ED-658BBC1A2968}"/>
          </ac:spMkLst>
        </pc:spChg>
        <pc:spChg chg="mod">
          <ac:chgData name="مشعل حمزه الجميعه" userId="3e6b1687-42ba-4487-bc14-35875ab5a411" providerId="ADAL" clId="{132748CA-6E72-44D8-99C5-4592E862DE2A}" dt="2026-05-20T14:53:31.346" v="5" actId="1076"/>
          <ac:spMkLst>
            <pc:docMk/>
            <pc:sldMk cId="1119328885" sldId="259"/>
            <ac:spMk id="42" creationId="{A12086F9-EC07-38A3-4635-74FCF3B463BA}"/>
          </ac:spMkLst>
        </pc:spChg>
        <pc:spChg chg="mod">
          <ac:chgData name="مشعل حمزه الجميعه" userId="3e6b1687-42ba-4487-bc14-35875ab5a411" providerId="ADAL" clId="{132748CA-6E72-44D8-99C5-4592E862DE2A}" dt="2026-05-20T14:53:31.346" v="5" actId="1076"/>
          <ac:spMkLst>
            <pc:docMk/>
            <pc:sldMk cId="1119328885" sldId="259"/>
            <ac:spMk id="43" creationId="{7C2C83BD-249C-BB36-15BA-036C181C22BE}"/>
          </ac:spMkLst>
        </pc:spChg>
        <pc:spChg chg="mod">
          <ac:chgData name="مشعل حمزه الجميعه" userId="3e6b1687-42ba-4487-bc14-35875ab5a411" providerId="ADAL" clId="{132748CA-6E72-44D8-99C5-4592E862DE2A}" dt="2026-05-20T14:53:31.346" v="5" actId="1076"/>
          <ac:spMkLst>
            <pc:docMk/>
            <pc:sldMk cId="1119328885" sldId="259"/>
            <ac:spMk id="47" creationId="{8FE3C7E5-B67F-1FA3-CDE1-C31499CD35F2}"/>
          </ac:spMkLst>
        </pc:spChg>
        <pc:picChg chg="add mod">
          <ac:chgData name="مشعل حمزه الجميعه" userId="3e6b1687-42ba-4487-bc14-35875ab5a411" providerId="ADAL" clId="{132748CA-6E72-44D8-99C5-4592E862DE2A}" dt="2026-05-20T14:53:38.171" v="8" actId="1076"/>
          <ac:picMkLst>
            <pc:docMk/>
            <pc:sldMk cId="1119328885" sldId="259"/>
            <ac:picMk id="2" creationId="{DAC3C448-9271-5BC9-61AB-804F37CEFE1A}"/>
          </ac:picMkLst>
        </pc:picChg>
      </pc:sldChg>
      <pc:sldChg chg="modSp mod">
        <pc:chgData name="مشعل حمزه الجميعه" userId="3e6b1687-42ba-4487-bc14-35875ab5a411" providerId="ADAL" clId="{132748CA-6E72-44D8-99C5-4592E862DE2A}" dt="2026-05-20T15:09:24.290" v="56" actId="1076"/>
        <pc:sldMkLst>
          <pc:docMk/>
          <pc:sldMk cId="2466625509" sldId="261"/>
        </pc:sldMkLst>
        <pc:spChg chg="mod">
          <ac:chgData name="مشعل حمزه الجميعه" userId="3e6b1687-42ba-4487-bc14-35875ab5a411" providerId="ADAL" clId="{132748CA-6E72-44D8-99C5-4592E862DE2A}" dt="2026-05-20T15:09:18.046" v="54" actId="404"/>
          <ac:spMkLst>
            <pc:docMk/>
            <pc:sldMk cId="2466625509" sldId="261"/>
            <ac:spMk id="4" creationId="{84C44D43-D44D-E854-CD84-5A38A7184446}"/>
          </ac:spMkLst>
        </pc:spChg>
        <pc:spChg chg="mod">
          <ac:chgData name="مشعل حمزه الجميعه" userId="3e6b1687-42ba-4487-bc14-35875ab5a411" providerId="ADAL" clId="{132748CA-6E72-44D8-99C5-4592E862DE2A}" dt="2026-05-20T15:08:36.091" v="37" actId="1076"/>
          <ac:spMkLst>
            <pc:docMk/>
            <pc:sldMk cId="2466625509" sldId="261"/>
            <ac:spMk id="7" creationId="{DAB65848-3EFE-3801-E7EB-8C270A942816}"/>
          </ac:spMkLst>
        </pc:spChg>
        <pc:spChg chg="mod">
          <ac:chgData name="مشعل حمزه الجميعه" userId="3e6b1687-42ba-4487-bc14-35875ab5a411" providerId="ADAL" clId="{132748CA-6E72-44D8-99C5-4592E862DE2A}" dt="2026-05-20T15:08:51.752" v="40" actId="1076"/>
          <ac:spMkLst>
            <pc:docMk/>
            <pc:sldMk cId="2466625509" sldId="261"/>
            <ac:spMk id="9" creationId="{B042F4F3-0E22-81CB-B5CA-21072C981997}"/>
          </ac:spMkLst>
        </pc:spChg>
        <pc:spChg chg="mod">
          <ac:chgData name="مشعل حمزه الجميعه" userId="3e6b1687-42ba-4487-bc14-35875ab5a411" providerId="ADAL" clId="{132748CA-6E72-44D8-99C5-4592E862DE2A}" dt="2026-05-20T15:08:54.731" v="41" actId="1076"/>
          <ac:spMkLst>
            <pc:docMk/>
            <pc:sldMk cId="2466625509" sldId="261"/>
            <ac:spMk id="11" creationId="{959E6663-716B-5D23-1453-4745A4F5607A}"/>
          </ac:spMkLst>
        </pc:spChg>
        <pc:spChg chg="mod">
          <ac:chgData name="مشعل حمزه الجميعه" userId="3e6b1687-42ba-4487-bc14-35875ab5a411" providerId="ADAL" clId="{132748CA-6E72-44D8-99C5-4592E862DE2A}" dt="2026-05-20T15:08:59.829" v="42" actId="1076"/>
          <ac:spMkLst>
            <pc:docMk/>
            <pc:sldMk cId="2466625509" sldId="261"/>
            <ac:spMk id="13" creationId="{F087B319-CF4A-66AD-E053-EC7FE3C0EC38}"/>
          </ac:spMkLst>
        </pc:spChg>
        <pc:spChg chg="mod">
          <ac:chgData name="مشعل حمزه الجميعه" userId="3e6b1687-42ba-4487-bc14-35875ab5a411" providerId="ADAL" clId="{132748CA-6E72-44D8-99C5-4592E862DE2A}" dt="2026-05-20T15:09:06.105" v="44" actId="14100"/>
          <ac:spMkLst>
            <pc:docMk/>
            <pc:sldMk cId="2466625509" sldId="261"/>
            <ac:spMk id="17" creationId="{6189E923-6A13-2FC8-9A96-71A09399E357}"/>
          </ac:spMkLst>
        </pc:spChg>
        <pc:picChg chg="mod">
          <ac:chgData name="مشعل حمزه الجميعه" userId="3e6b1687-42ba-4487-bc14-35875ab5a411" providerId="ADAL" clId="{132748CA-6E72-44D8-99C5-4592E862DE2A}" dt="2026-05-20T15:09:24.290" v="56" actId="1076"/>
          <ac:picMkLst>
            <pc:docMk/>
            <pc:sldMk cId="2466625509" sldId="261"/>
            <ac:picMk id="2" creationId="{615F8643-25DD-7A4D-F4CE-833C0A4E3C95}"/>
          </ac:picMkLst>
        </pc:picChg>
      </pc:sldChg>
      <pc:sldChg chg="addSp delSp modSp mod">
        <pc:chgData name="مشعل حمزه الجميعه" userId="3e6b1687-42ba-4487-bc14-35875ab5a411" providerId="ADAL" clId="{132748CA-6E72-44D8-99C5-4592E862DE2A}" dt="2026-05-20T14:57:29.286" v="36"/>
        <pc:sldMkLst>
          <pc:docMk/>
          <pc:sldMk cId="1583787874" sldId="273"/>
        </pc:sldMkLst>
        <pc:spChg chg="add del mod">
          <ac:chgData name="مشعل حمزه الجميعه" userId="3e6b1687-42ba-4487-bc14-35875ab5a411" providerId="ADAL" clId="{132748CA-6E72-44D8-99C5-4592E862DE2A}" dt="2026-05-20T14:57:29.286" v="36"/>
          <ac:spMkLst>
            <pc:docMk/>
            <pc:sldMk cId="1583787874" sldId="273"/>
            <ac:spMk id="3" creationId="{0044A006-A4D7-8F58-695F-C79E12BF5BC7}"/>
          </ac:spMkLst>
        </pc:spChg>
        <pc:spChg chg="mod">
          <ac:chgData name="مشعل حمزه الجميعه" userId="3e6b1687-42ba-4487-bc14-35875ab5a411" providerId="ADAL" clId="{132748CA-6E72-44D8-99C5-4592E862DE2A}" dt="2026-05-20T14:57:28.558" v="34" actId="20577"/>
          <ac:spMkLst>
            <pc:docMk/>
            <pc:sldMk cId="1583787874" sldId="273"/>
            <ac:spMk id="17" creationId="{38406931-8E8D-C5FD-6497-ABDF72307DF2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EFE7A9D-1F6C-45BE-8A2A-C2176CFA0C24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4DC125C9-3EF4-4462-B725-61A5D2DD7892}">
      <dgm:prSet phldrT="[Text]"/>
      <dgm:spPr/>
      <dgm:t>
        <a:bodyPr/>
        <a:lstStyle/>
        <a:p>
          <a:pPr algn="ctr">
            <a:buNone/>
          </a:pPr>
          <a:r>
            <a:rPr lang="en-US" b="1" dirty="0">
              <a:solidFill>
                <a:schemeClr val="bg1">
                  <a:lumMod val="75000"/>
                </a:schemeClr>
              </a:solidFill>
            </a:rPr>
            <a:t>Project Foundations:</a:t>
          </a:r>
          <a:r>
            <a:rPr lang="en-US" dirty="0">
              <a:solidFill>
                <a:schemeClr val="bg1">
                  <a:lumMod val="75000"/>
                </a:schemeClr>
              </a:solidFill>
            </a:rPr>
            <a:t> Background, Problem Statement, User Story, and System Scope.</a:t>
          </a:r>
        </a:p>
      </dgm:t>
    </dgm:pt>
    <dgm:pt modelId="{15B6BD7C-347F-4854-9109-502813A81202}" type="parTrans" cxnId="{82C4DFEF-D8C6-4568-99D8-C638FD48CFD4}">
      <dgm:prSet/>
      <dgm:spPr/>
      <dgm:t>
        <a:bodyPr/>
        <a:lstStyle/>
        <a:p>
          <a:pPr algn="ctr"/>
          <a:endParaRPr lang="en-US">
            <a:solidFill>
              <a:schemeClr val="bg1">
                <a:lumMod val="75000"/>
              </a:schemeClr>
            </a:solidFill>
          </a:endParaRPr>
        </a:p>
      </dgm:t>
    </dgm:pt>
    <dgm:pt modelId="{486333C4-6981-434F-9209-8024B8468E56}" type="sibTrans" cxnId="{82C4DFEF-D8C6-4568-99D8-C638FD48CFD4}">
      <dgm:prSet/>
      <dgm:spPr/>
      <dgm:t>
        <a:bodyPr/>
        <a:lstStyle/>
        <a:p>
          <a:pPr algn="ctr"/>
          <a:endParaRPr lang="en-US">
            <a:solidFill>
              <a:schemeClr val="bg1">
                <a:lumMod val="75000"/>
              </a:schemeClr>
            </a:solidFill>
          </a:endParaRPr>
        </a:p>
      </dgm:t>
    </dgm:pt>
    <dgm:pt modelId="{97A68E4D-64A3-489B-AB7F-9FFBA3C6C601}">
      <dgm:prSet/>
      <dgm:spPr/>
      <dgm:t>
        <a:bodyPr/>
        <a:lstStyle/>
        <a:p>
          <a:pPr algn="ctr">
            <a:buNone/>
          </a:pPr>
          <a:r>
            <a:rPr lang="en-US" b="1" dirty="0">
              <a:solidFill>
                <a:schemeClr val="bg1">
                  <a:lumMod val="75000"/>
                </a:schemeClr>
              </a:solidFill>
            </a:rPr>
            <a:t>Project Planning:</a:t>
          </a:r>
          <a:r>
            <a:rPr lang="en-US" dirty="0">
              <a:solidFill>
                <a:schemeClr val="bg1">
                  <a:lumMod val="75000"/>
                </a:schemeClr>
              </a:solidFill>
            </a:rPr>
            <a:t> Agile Timeline, Iterative Sprints, and Milestones.</a:t>
          </a:r>
        </a:p>
      </dgm:t>
    </dgm:pt>
    <dgm:pt modelId="{49C104C6-0900-4D78-8B4C-5E0D0F4F09D0}" type="parTrans" cxnId="{56E7601E-2032-412D-9F51-46912D101CE6}">
      <dgm:prSet/>
      <dgm:spPr/>
      <dgm:t>
        <a:bodyPr/>
        <a:lstStyle/>
        <a:p>
          <a:pPr algn="ctr"/>
          <a:endParaRPr lang="en-US">
            <a:solidFill>
              <a:schemeClr val="bg1">
                <a:lumMod val="75000"/>
              </a:schemeClr>
            </a:solidFill>
          </a:endParaRPr>
        </a:p>
      </dgm:t>
    </dgm:pt>
    <dgm:pt modelId="{42C24350-4048-4E97-91FA-87275B9DE10C}" type="sibTrans" cxnId="{56E7601E-2032-412D-9F51-46912D101CE6}">
      <dgm:prSet/>
      <dgm:spPr/>
      <dgm:t>
        <a:bodyPr/>
        <a:lstStyle/>
        <a:p>
          <a:pPr algn="ctr"/>
          <a:endParaRPr lang="en-US">
            <a:solidFill>
              <a:schemeClr val="bg1">
                <a:lumMod val="75000"/>
              </a:schemeClr>
            </a:solidFill>
          </a:endParaRPr>
        </a:p>
      </dgm:t>
    </dgm:pt>
    <dgm:pt modelId="{1CE1DBEA-B409-40A6-A6FB-210806C72C67}">
      <dgm:prSet/>
      <dgm:spPr/>
      <dgm:t>
        <a:bodyPr/>
        <a:lstStyle/>
        <a:p>
          <a:pPr algn="ctr">
            <a:buNone/>
          </a:pPr>
          <a:r>
            <a:rPr lang="en-US" b="1" dirty="0">
              <a:solidFill>
                <a:schemeClr val="bg1">
                  <a:lumMod val="75000"/>
                </a:schemeClr>
              </a:solidFill>
            </a:rPr>
            <a:t>System Design &amp; UMLs:</a:t>
          </a:r>
          <a:r>
            <a:rPr lang="en-US" dirty="0">
              <a:solidFill>
                <a:schemeClr val="bg1">
                  <a:lumMod val="75000"/>
                </a:schemeClr>
              </a:solidFill>
            </a:rPr>
            <a:t> MVC Architecture, Database Integrity, Use Case, and Behavioral Diagrams.</a:t>
          </a:r>
        </a:p>
      </dgm:t>
    </dgm:pt>
    <dgm:pt modelId="{8D9ADB13-3F33-46CD-AAA3-5BAB9D17E2AE}" type="parTrans" cxnId="{A2C908CE-FD7A-49E8-9F52-63CB7B6AF1AA}">
      <dgm:prSet/>
      <dgm:spPr/>
      <dgm:t>
        <a:bodyPr/>
        <a:lstStyle/>
        <a:p>
          <a:pPr algn="ctr"/>
          <a:endParaRPr lang="en-US">
            <a:solidFill>
              <a:schemeClr val="bg1">
                <a:lumMod val="75000"/>
              </a:schemeClr>
            </a:solidFill>
          </a:endParaRPr>
        </a:p>
      </dgm:t>
    </dgm:pt>
    <dgm:pt modelId="{F543A7D9-FF2F-454E-A544-11F5ABF38CDA}" type="sibTrans" cxnId="{A2C908CE-FD7A-49E8-9F52-63CB7B6AF1AA}">
      <dgm:prSet/>
      <dgm:spPr/>
      <dgm:t>
        <a:bodyPr/>
        <a:lstStyle/>
        <a:p>
          <a:pPr algn="ctr"/>
          <a:endParaRPr lang="en-US">
            <a:solidFill>
              <a:schemeClr val="bg1">
                <a:lumMod val="75000"/>
              </a:schemeClr>
            </a:solidFill>
          </a:endParaRPr>
        </a:p>
      </dgm:t>
    </dgm:pt>
    <dgm:pt modelId="{1EED2A01-8CFC-4154-9695-87ABE9B04357}">
      <dgm:prSet/>
      <dgm:spPr/>
      <dgm:t>
        <a:bodyPr/>
        <a:lstStyle/>
        <a:p>
          <a:pPr algn="ctr">
            <a:buNone/>
          </a:pPr>
          <a:r>
            <a:rPr lang="en-US" b="1" dirty="0">
              <a:solidFill>
                <a:schemeClr val="bg1">
                  <a:lumMod val="75000"/>
                </a:schemeClr>
              </a:solidFill>
            </a:rPr>
            <a:t>Testing Approach &amp; Planning:</a:t>
          </a:r>
          <a:r>
            <a:rPr lang="en-US" dirty="0">
              <a:solidFill>
                <a:schemeClr val="bg1">
                  <a:lumMod val="75000"/>
                </a:schemeClr>
              </a:solidFill>
            </a:rPr>
            <a:t> Black-Box (Playwright Automation) and White-Box Strategies.</a:t>
          </a:r>
        </a:p>
      </dgm:t>
    </dgm:pt>
    <dgm:pt modelId="{F55BBB28-FA0A-4266-91D6-EE08FB77237D}" type="parTrans" cxnId="{7F435A22-02E7-4111-A624-FCBDA6269843}">
      <dgm:prSet/>
      <dgm:spPr/>
      <dgm:t>
        <a:bodyPr/>
        <a:lstStyle/>
        <a:p>
          <a:pPr algn="ctr"/>
          <a:endParaRPr lang="en-US">
            <a:solidFill>
              <a:schemeClr val="bg1">
                <a:lumMod val="75000"/>
              </a:schemeClr>
            </a:solidFill>
          </a:endParaRPr>
        </a:p>
      </dgm:t>
    </dgm:pt>
    <dgm:pt modelId="{E62E1141-CC4E-4FC7-89B1-60F216C1C629}" type="sibTrans" cxnId="{7F435A22-02E7-4111-A624-FCBDA6269843}">
      <dgm:prSet/>
      <dgm:spPr/>
      <dgm:t>
        <a:bodyPr/>
        <a:lstStyle/>
        <a:p>
          <a:pPr algn="ctr"/>
          <a:endParaRPr lang="en-US">
            <a:solidFill>
              <a:schemeClr val="bg1">
                <a:lumMod val="75000"/>
              </a:schemeClr>
            </a:solidFill>
          </a:endParaRPr>
        </a:p>
      </dgm:t>
    </dgm:pt>
    <dgm:pt modelId="{9BD9D23F-2D94-4C24-A180-E8B0DC7A3197}">
      <dgm:prSet/>
      <dgm:spPr/>
      <dgm:t>
        <a:bodyPr/>
        <a:lstStyle/>
        <a:p>
          <a:pPr algn="ctr">
            <a:buNone/>
          </a:pPr>
          <a:r>
            <a:rPr lang="en-US" b="1">
              <a:solidFill>
                <a:schemeClr val="bg1">
                  <a:lumMod val="75000"/>
                </a:schemeClr>
              </a:solidFill>
            </a:rPr>
            <a:t> </a:t>
          </a:r>
          <a:r>
            <a:rPr lang="en-US" b="1" dirty="0">
              <a:solidFill>
                <a:schemeClr val="bg1">
                  <a:lumMod val="75000"/>
                </a:schemeClr>
              </a:solidFill>
            </a:rPr>
            <a:t>Live Demo:</a:t>
          </a:r>
          <a:r>
            <a:rPr lang="en-US" dirty="0">
              <a:solidFill>
                <a:schemeClr val="bg1">
                  <a:lumMod val="75000"/>
                </a:schemeClr>
              </a:solidFill>
            </a:rPr>
            <a:t> System Execution, Security Evidences, and Key Module Walkthrough.</a:t>
          </a:r>
        </a:p>
      </dgm:t>
    </dgm:pt>
    <dgm:pt modelId="{D27C0EC1-741B-47BF-AC7D-19EB42E442DC}" type="parTrans" cxnId="{B3B16FA2-8DFB-409D-ADEB-6A37933EB311}">
      <dgm:prSet/>
      <dgm:spPr/>
      <dgm:t>
        <a:bodyPr/>
        <a:lstStyle/>
        <a:p>
          <a:pPr algn="ctr"/>
          <a:endParaRPr lang="en-US">
            <a:solidFill>
              <a:schemeClr val="bg1">
                <a:lumMod val="75000"/>
              </a:schemeClr>
            </a:solidFill>
          </a:endParaRPr>
        </a:p>
      </dgm:t>
    </dgm:pt>
    <dgm:pt modelId="{71EDEF5E-15C0-4193-BAEF-9A1AA55937FD}" type="sibTrans" cxnId="{B3B16FA2-8DFB-409D-ADEB-6A37933EB311}">
      <dgm:prSet/>
      <dgm:spPr/>
      <dgm:t>
        <a:bodyPr/>
        <a:lstStyle/>
        <a:p>
          <a:pPr algn="ctr"/>
          <a:endParaRPr lang="en-US">
            <a:solidFill>
              <a:schemeClr val="bg1">
                <a:lumMod val="75000"/>
              </a:schemeClr>
            </a:solidFill>
          </a:endParaRPr>
        </a:p>
      </dgm:t>
    </dgm:pt>
    <dgm:pt modelId="{E70E2889-649D-46DA-8396-9CB7DB9EF39F}" type="pres">
      <dgm:prSet presAssocID="{0EFE7A9D-1F6C-45BE-8A2A-C2176CFA0C24}" presName="vert0" presStyleCnt="0">
        <dgm:presLayoutVars>
          <dgm:dir/>
          <dgm:animOne val="branch"/>
          <dgm:animLvl val="lvl"/>
        </dgm:presLayoutVars>
      </dgm:prSet>
      <dgm:spPr/>
    </dgm:pt>
    <dgm:pt modelId="{F7FD1B60-40E9-40EE-8794-1620EB22FF8B}" type="pres">
      <dgm:prSet presAssocID="{4DC125C9-3EF4-4462-B725-61A5D2DD7892}" presName="thickLine" presStyleLbl="alignNode1" presStyleIdx="0" presStyleCnt="5"/>
      <dgm:spPr/>
    </dgm:pt>
    <dgm:pt modelId="{B0D69312-4894-47F5-8E38-B911C9FF31CE}" type="pres">
      <dgm:prSet presAssocID="{4DC125C9-3EF4-4462-B725-61A5D2DD7892}" presName="horz1" presStyleCnt="0"/>
      <dgm:spPr/>
    </dgm:pt>
    <dgm:pt modelId="{4E40F4D5-E06A-47F3-8C98-E877FF601D0B}" type="pres">
      <dgm:prSet presAssocID="{4DC125C9-3EF4-4462-B725-61A5D2DD7892}" presName="tx1" presStyleLbl="revTx" presStyleIdx="0" presStyleCnt="5"/>
      <dgm:spPr/>
    </dgm:pt>
    <dgm:pt modelId="{CDC3814C-12BD-4746-B925-10EB08202DDA}" type="pres">
      <dgm:prSet presAssocID="{4DC125C9-3EF4-4462-B725-61A5D2DD7892}" presName="vert1" presStyleCnt="0"/>
      <dgm:spPr/>
    </dgm:pt>
    <dgm:pt modelId="{1F7CFC10-185F-4014-8C2F-355D5AB9CC36}" type="pres">
      <dgm:prSet presAssocID="{97A68E4D-64A3-489B-AB7F-9FFBA3C6C601}" presName="thickLine" presStyleLbl="alignNode1" presStyleIdx="1" presStyleCnt="5"/>
      <dgm:spPr/>
    </dgm:pt>
    <dgm:pt modelId="{C8A36B62-C74F-45A5-A7EF-B57427F34280}" type="pres">
      <dgm:prSet presAssocID="{97A68E4D-64A3-489B-AB7F-9FFBA3C6C601}" presName="horz1" presStyleCnt="0"/>
      <dgm:spPr/>
    </dgm:pt>
    <dgm:pt modelId="{AEB2F640-BC8C-44ED-A0B7-9F5B2F9D621F}" type="pres">
      <dgm:prSet presAssocID="{97A68E4D-64A3-489B-AB7F-9FFBA3C6C601}" presName="tx1" presStyleLbl="revTx" presStyleIdx="1" presStyleCnt="5"/>
      <dgm:spPr/>
    </dgm:pt>
    <dgm:pt modelId="{50E09FEA-0406-494F-B043-5C41D5B1A10F}" type="pres">
      <dgm:prSet presAssocID="{97A68E4D-64A3-489B-AB7F-9FFBA3C6C601}" presName="vert1" presStyleCnt="0"/>
      <dgm:spPr/>
    </dgm:pt>
    <dgm:pt modelId="{C1396D9E-301D-48B8-B88F-F2C4BBA55F45}" type="pres">
      <dgm:prSet presAssocID="{1CE1DBEA-B409-40A6-A6FB-210806C72C67}" presName="thickLine" presStyleLbl="alignNode1" presStyleIdx="2" presStyleCnt="5"/>
      <dgm:spPr/>
    </dgm:pt>
    <dgm:pt modelId="{E6DC4174-EFD7-4BC5-B821-C9D89ABFB544}" type="pres">
      <dgm:prSet presAssocID="{1CE1DBEA-B409-40A6-A6FB-210806C72C67}" presName="horz1" presStyleCnt="0"/>
      <dgm:spPr/>
    </dgm:pt>
    <dgm:pt modelId="{1084D0B9-D560-43EC-B926-BCDDA4D1E813}" type="pres">
      <dgm:prSet presAssocID="{1CE1DBEA-B409-40A6-A6FB-210806C72C67}" presName="tx1" presStyleLbl="revTx" presStyleIdx="2" presStyleCnt="5"/>
      <dgm:spPr/>
    </dgm:pt>
    <dgm:pt modelId="{2DDB4D97-145C-48E0-8C62-13813ED5A038}" type="pres">
      <dgm:prSet presAssocID="{1CE1DBEA-B409-40A6-A6FB-210806C72C67}" presName="vert1" presStyleCnt="0"/>
      <dgm:spPr/>
    </dgm:pt>
    <dgm:pt modelId="{334E145B-6F79-49BC-806E-A5D5C753591E}" type="pres">
      <dgm:prSet presAssocID="{1EED2A01-8CFC-4154-9695-87ABE9B04357}" presName="thickLine" presStyleLbl="alignNode1" presStyleIdx="3" presStyleCnt="5"/>
      <dgm:spPr/>
    </dgm:pt>
    <dgm:pt modelId="{EA7C37E9-4836-4C9E-8D45-FEF6D62EE3A8}" type="pres">
      <dgm:prSet presAssocID="{1EED2A01-8CFC-4154-9695-87ABE9B04357}" presName="horz1" presStyleCnt="0"/>
      <dgm:spPr/>
    </dgm:pt>
    <dgm:pt modelId="{B09F2D62-C101-42C3-B0AF-D3931ABF0B75}" type="pres">
      <dgm:prSet presAssocID="{1EED2A01-8CFC-4154-9695-87ABE9B04357}" presName="tx1" presStyleLbl="revTx" presStyleIdx="3" presStyleCnt="5"/>
      <dgm:spPr/>
    </dgm:pt>
    <dgm:pt modelId="{F01FA64C-B280-4BDB-B818-C77F44E74EBC}" type="pres">
      <dgm:prSet presAssocID="{1EED2A01-8CFC-4154-9695-87ABE9B04357}" presName="vert1" presStyleCnt="0"/>
      <dgm:spPr/>
    </dgm:pt>
    <dgm:pt modelId="{4D66416B-FFD2-43F1-A3B6-D79C9EBDADDC}" type="pres">
      <dgm:prSet presAssocID="{9BD9D23F-2D94-4C24-A180-E8B0DC7A3197}" presName="thickLine" presStyleLbl="alignNode1" presStyleIdx="4" presStyleCnt="5"/>
      <dgm:spPr/>
    </dgm:pt>
    <dgm:pt modelId="{734BD4DB-6FD1-4E83-A60C-6902FEA47290}" type="pres">
      <dgm:prSet presAssocID="{9BD9D23F-2D94-4C24-A180-E8B0DC7A3197}" presName="horz1" presStyleCnt="0"/>
      <dgm:spPr/>
    </dgm:pt>
    <dgm:pt modelId="{3B69D8A8-2D26-450A-A520-5FB49044ECFF}" type="pres">
      <dgm:prSet presAssocID="{9BD9D23F-2D94-4C24-A180-E8B0DC7A3197}" presName="tx1" presStyleLbl="revTx" presStyleIdx="4" presStyleCnt="5"/>
      <dgm:spPr/>
    </dgm:pt>
    <dgm:pt modelId="{089AC767-6105-46BF-91B5-02B919D2EB2B}" type="pres">
      <dgm:prSet presAssocID="{9BD9D23F-2D94-4C24-A180-E8B0DC7A3197}" presName="vert1" presStyleCnt="0"/>
      <dgm:spPr/>
    </dgm:pt>
  </dgm:ptLst>
  <dgm:cxnLst>
    <dgm:cxn modelId="{56E7601E-2032-412D-9F51-46912D101CE6}" srcId="{0EFE7A9D-1F6C-45BE-8A2A-C2176CFA0C24}" destId="{97A68E4D-64A3-489B-AB7F-9FFBA3C6C601}" srcOrd="1" destOrd="0" parTransId="{49C104C6-0900-4D78-8B4C-5E0D0F4F09D0}" sibTransId="{42C24350-4048-4E97-91FA-87275B9DE10C}"/>
    <dgm:cxn modelId="{7F435A22-02E7-4111-A624-FCBDA6269843}" srcId="{0EFE7A9D-1F6C-45BE-8A2A-C2176CFA0C24}" destId="{1EED2A01-8CFC-4154-9695-87ABE9B04357}" srcOrd="3" destOrd="0" parTransId="{F55BBB28-FA0A-4266-91D6-EE08FB77237D}" sibTransId="{E62E1141-CC4E-4FC7-89B1-60F216C1C629}"/>
    <dgm:cxn modelId="{C7BDD12A-0F3E-4CCB-B963-9ECB7E808FDC}" type="presOf" srcId="{1CE1DBEA-B409-40A6-A6FB-210806C72C67}" destId="{1084D0B9-D560-43EC-B926-BCDDA4D1E813}" srcOrd="0" destOrd="0" presId="urn:microsoft.com/office/officeart/2008/layout/LinedList"/>
    <dgm:cxn modelId="{DAABFC3C-B493-41E0-BDB6-16972FAA2918}" type="presOf" srcId="{97A68E4D-64A3-489B-AB7F-9FFBA3C6C601}" destId="{AEB2F640-BC8C-44ED-A0B7-9F5B2F9D621F}" srcOrd="0" destOrd="0" presId="urn:microsoft.com/office/officeart/2008/layout/LinedList"/>
    <dgm:cxn modelId="{7DD37466-F0FD-4742-9A45-703235B924B0}" type="presOf" srcId="{4DC125C9-3EF4-4462-B725-61A5D2DD7892}" destId="{4E40F4D5-E06A-47F3-8C98-E877FF601D0B}" srcOrd="0" destOrd="0" presId="urn:microsoft.com/office/officeart/2008/layout/LinedList"/>
    <dgm:cxn modelId="{A262127A-5D10-4E84-B825-BE94BDB6C684}" type="presOf" srcId="{0EFE7A9D-1F6C-45BE-8A2A-C2176CFA0C24}" destId="{E70E2889-649D-46DA-8396-9CB7DB9EF39F}" srcOrd="0" destOrd="0" presId="urn:microsoft.com/office/officeart/2008/layout/LinedList"/>
    <dgm:cxn modelId="{1BA1AA7E-93B4-4F87-9A78-9DEB90D005B1}" type="presOf" srcId="{1EED2A01-8CFC-4154-9695-87ABE9B04357}" destId="{B09F2D62-C101-42C3-B0AF-D3931ABF0B75}" srcOrd="0" destOrd="0" presId="urn:microsoft.com/office/officeart/2008/layout/LinedList"/>
    <dgm:cxn modelId="{B3B16FA2-8DFB-409D-ADEB-6A37933EB311}" srcId="{0EFE7A9D-1F6C-45BE-8A2A-C2176CFA0C24}" destId="{9BD9D23F-2D94-4C24-A180-E8B0DC7A3197}" srcOrd="4" destOrd="0" parTransId="{D27C0EC1-741B-47BF-AC7D-19EB42E442DC}" sibTransId="{71EDEF5E-15C0-4193-BAEF-9A1AA55937FD}"/>
    <dgm:cxn modelId="{A2C908CE-FD7A-49E8-9F52-63CB7B6AF1AA}" srcId="{0EFE7A9D-1F6C-45BE-8A2A-C2176CFA0C24}" destId="{1CE1DBEA-B409-40A6-A6FB-210806C72C67}" srcOrd="2" destOrd="0" parTransId="{8D9ADB13-3F33-46CD-AAA3-5BAB9D17E2AE}" sibTransId="{F543A7D9-FF2F-454E-A544-11F5ABF38CDA}"/>
    <dgm:cxn modelId="{82C4DFEF-D8C6-4568-99D8-C638FD48CFD4}" srcId="{0EFE7A9D-1F6C-45BE-8A2A-C2176CFA0C24}" destId="{4DC125C9-3EF4-4462-B725-61A5D2DD7892}" srcOrd="0" destOrd="0" parTransId="{15B6BD7C-347F-4854-9109-502813A81202}" sibTransId="{486333C4-6981-434F-9209-8024B8468E56}"/>
    <dgm:cxn modelId="{69469AF7-FC18-40DC-9986-28061AF43132}" type="presOf" srcId="{9BD9D23F-2D94-4C24-A180-E8B0DC7A3197}" destId="{3B69D8A8-2D26-450A-A520-5FB49044ECFF}" srcOrd="0" destOrd="0" presId="urn:microsoft.com/office/officeart/2008/layout/LinedList"/>
    <dgm:cxn modelId="{22D4C590-A412-4DD7-9C83-DCB315C7BFF0}" type="presParOf" srcId="{E70E2889-649D-46DA-8396-9CB7DB9EF39F}" destId="{F7FD1B60-40E9-40EE-8794-1620EB22FF8B}" srcOrd="0" destOrd="0" presId="urn:microsoft.com/office/officeart/2008/layout/LinedList"/>
    <dgm:cxn modelId="{0C74A456-71CD-4764-82DF-8C46C9838AD1}" type="presParOf" srcId="{E70E2889-649D-46DA-8396-9CB7DB9EF39F}" destId="{B0D69312-4894-47F5-8E38-B911C9FF31CE}" srcOrd="1" destOrd="0" presId="urn:microsoft.com/office/officeart/2008/layout/LinedList"/>
    <dgm:cxn modelId="{AA518D4F-70C0-4E75-BA5F-06867E383F0E}" type="presParOf" srcId="{B0D69312-4894-47F5-8E38-B911C9FF31CE}" destId="{4E40F4D5-E06A-47F3-8C98-E877FF601D0B}" srcOrd="0" destOrd="0" presId="urn:microsoft.com/office/officeart/2008/layout/LinedList"/>
    <dgm:cxn modelId="{3EEB8550-0437-49E5-BF27-E0784E204FE6}" type="presParOf" srcId="{B0D69312-4894-47F5-8E38-B911C9FF31CE}" destId="{CDC3814C-12BD-4746-B925-10EB08202DDA}" srcOrd="1" destOrd="0" presId="urn:microsoft.com/office/officeart/2008/layout/LinedList"/>
    <dgm:cxn modelId="{E5B7FA52-06FD-4B2C-B2F1-5EBF9A710AB2}" type="presParOf" srcId="{E70E2889-649D-46DA-8396-9CB7DB9EF39F}" destId="{1F7CFC10-185F-4014-8C2F-355D5AB9CC36}" srcOrd="2" destOrd="0" presId="urn:microsoft.com/office/officeart/2008/layout/LinedList"/>
    <dgm:cxn modelId="{AC0267D9-81B7-4A7F-88BC-1F4006EFC6BD}" type="presParOf" srcId="{E70E2889-649D-46DA-8396-9CB7DB9EF39F}" destId="{C8A36B62-C74F-45A5-A7EF-B57427F34280}" srcOrd="3" destOrd="0" presId="urn:microsoft.com/office/officeart/2008/layout/LinedList"/>
    <dgm:cxn modelId="{4A8ABF08-3E3A-45BA-892E-192EE88305FC}" type="presParOf" srcId="{C8A36B62-C74F-45A5-A7EF-B57427F34280}" destId="{AEB2F640-BC8C-44ED-A0B7-9F5B2F9D621F}" srcOrd="0" destOrd="0" presId="urn:microsoft.com/office/officeart/2008/layout/LinedList"/>
    <dgm:cxn modelId="{AF18152B-F535-4CA1-A626-5FEC1786107C}" type="presParOf" srcId="{C8A36B62-C74F-45A5-A7EF-B57427F34280}" destId="{50E09FEA-0406-494F-B043-5C41D5B1A10F}" srcOrd="1" destOrd="0" presId="urn:microsoft.com/office/officeart/2008/layout/LinedList"/>
    <dgm:cxn modelId="{F495C681-7951-4F9D-8A70-39CDEF4FAEE2}" type="presParOf" srcId="{E70E2889-649D-46DA-8396-9CB7DB9EF39F}" destId="{C1396D9E-301D-48B8-B88F-F2C4BBA55F45}" srcOrd="4" destOrd="0" presId="urn:microsoft.com/office/officeart/2008/layout/LinedList"/>
    <dgm:cxn modelId="{701FCBE5-14C9-4404-8466-B4611E707A98}" type="presParOf" srcId="{E70E2889-649D-46DA-8396-9CB7DB9EF39F}" destId="{E6DC4174-EFD7-4BC5-B821-C9D89ABFB544}" srcOrd="5" destOrd="0" presId="urn:microsoft.com/office/officeart/2008/layout/LinedList"/>
    <dgm:cxn modelId="{CF565149-FB11-468E-8471-4D6A9141B519}" type="presParOf" srcId="{E6DC4174-EFD7-4BC5-B821-C9D89ABFB544}" destId="{1084D0B9-D560-43EC-B926-BCDDA4D1E813}" srcOrd="0" destOrd="0" presId="urn:microsoft.com/office/officeart/2008/layout/LinedList"/>
    <dgm:cxn modelId="{BD9BC08F-F51B-4772-879A-F4A30C144EC9}" type="presParOf" srcId="{E6DC4174-EFD7-4BC5-B821-C9D89ABFB544}" destId="{2DDB4D97-145C-48E0-8C62-13813ED5A038}" srcOrd="1" destOrd="0" presId="urn:microsoft.com/office/officeart/2008/layout/LinedList"/>
    <dgm:cxn modelId="{FFA1CDDC-CDF3-496F-97FA-8669B8B83C74}" type="presParOf" srcId="{E70E2889-649D-46DA-8396-9CB7DB9EF39F}" destId="{334E145B-6F79-49BC-806E-A5D5C753591E}" srcOrd="6" destOrd="0" presId="urn:microsoft.com/office/officeart/2008/layout/LinedList"/>
    <dgm:cxn modelId="{8B6584DD-6010-406C-943A-FF2C0B681229}" type="presParOf" srcId="{E70E2889-649D-46DA-8396-9CB7DB9EF39F}" destId="{EA7C37E9-4836-4C9E-8D45-FEF6D62EE3A8}" srcOrd="7" destOrd="0" presId="urn:microsoft.com/office/officeart/2008/layout/LinedList"/>
    <dgm:cxn modelId="{5FE86EF3-F7F5-4B13-ACBC-3488375CF82E}" type="presParOf" srcId="{EA7C37E9-4836-4C9E-8D45-FEF6D62EE3A8}" destId="{B09F2D62-C101-42C3-B0AF-D3931ABF0B75}" srcOrd="0" destOrd="0" presId="urn:microsoft.com/office/officeart/2008/layout/LinedList"/>
    <dgm:cxn modelId="{881DF412-9EE6-43E0-9DB1-7B04B50256D5}" type="presParOf" srcId="{EA7C37E9-4836-4C9E-8D45-FEF6D62EE3A8}" destId="{F01FA64C-B280-4BDB-B818-C77F44E74EBC}" srcOrd="1" destOrd="0" presId="urn:microsoft.com/office/officeart/2008/layout/LinedList"/>
    <dgm:cxn modelId="{1D143D85-65E6-4EAA-A39E-D6DF74368185}" type="presParOf" srcId="{E70E2889-649D-46DA-8396-9CB7DB9EF39F}" destId="{4D66416B-FFD2-43F1-A3B6-D79C9EBDADDC}" srcOrd="8" destOrd="0" presId="urn:microsoft.com/office/officeart/2008/layout/LinedList"/>
    <dgm:cxn modelId="{7BC1318F-A710-4C84-B8A5-55814A0E23DA}" type="presParOf" srcId="{E70E2889-649D-46DA-8396-9CB7DB9EF39F}" destId="{734BD4DB-6FD1-4E83-A60C-6902FEA47290}" srcOrd="9" destOrd="0" presId="urn:microsoft.com/office/officeart/2008/layout/LinedList"/>
    <dgm:cxn modelId="{3A4BF902-1D8D-4096-9272-115B36D1B276}" type="presParOf" srcId="{734BD4DB-6FD1-4E83-A60C-6902FEA47290}" destId="{3B69D8A8-2D26-450A-A520-5FB49044ECFF}" srcOrd="0" destOrd="0" presId="urn:microsoft.com/office/officeart/2008/layout/LinedList"/>
    <dgm:cxn modelId="{BBB97BAE-0851-4D12-B956-CE12137FE6A2}" type="presParOf" srcId="{734BD4DB-6FD1-4E83-A60C-6902FEA47290}" destId="{089AC767-6105-46BF-91B5-02B919D2EB2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FA84ABF-735D-4C08-8F69-D200D86EBD49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7E8AF18-65C4-43D3-A625-93D82B496E0E}">
      <dgm:prSet phldrT="[Text]" custT="1">
        <dgm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pPr>
            <a:buNone/>
          </a:pPr>
          <a:r>
            <a:rPr lang="en-US" sz="700" dirty="0">
              <a:solidFill>
                <a:schemeClr val="tx1"/>
              </a:solidFill>
              <a:latin typeface="Funnel Sans" pitchFamily="34" charset="0"/>
            </a:rPr>
            <a:t>Background</a:t>
          </a:r>
          <a:endParaRPr lang="en-US" sz="700" dirty="0">
            <a:solidFill>
              <a:schemeClr val="tx1"/>
            </a:solidFill>
          </a:endParaRPr>
        </a:p>
      </dgm:t>
    </dgm:pt>
    <dgm:pt modelId="{7A9B1925-3599-40B5-99FB-E432F5D0CF26}" type="parTrans" cxnId="{A537C0F3-E646-4558-BA7C-2995523AFE38}">
      <dgm:prSet/>
      <dgm:spPr/>
      <dgm:t>
        <a:bodyPr/>
        <a:lstStyle/>
        <a:p>
          <a:endParaRPr lang="en-US"/>
        </a:p>
      </dgm:t>
    </dgm:pt>
    <dgm:pt modelId="{309140C6-FFE1-4553-9F36-AE290F231571}" type="sibTrans" cxnId="{A537C0F3-E646-4558-BA7C-2995523AFE38}">
      <dgm:prSet/>
      <dgm:spPr/>
      <dgm:t>
        <a:bodyPr/>
        <a:lstStyle/>
        <a:p>
          <a:endParaRPr lang="en-US"/>
        </a:p>
      </dgm:t>
    </dgm:pt>
    <dgm:pt modelId="{4EAB7483-ACDC-4369-A542-B0F39BEFB2CC}">
      <dgm:prSet phldrT="[Text]" custT="1">
        <dgm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700" dirty="0">
              <a:solidFill>
                <a:schemeClr val="tx1"/>
              </a:solidFill>
              <a:latin typeface="Funnel Sans" pitchFamily="34" charset="0"/>
            </a:rPr>
            <a:t>Too Many Tools: Students and freelancers struggle because their data is scattered. They use one app for money, one for tasks, and lose their warranty papers.</a:t>
          </a:r>
          <a:endParaRPr lang="en-US" sz="700" dirty="0">
            <a:solidFill>
              <a:schemeClr val="tx1"/>
            </a:solidFill>
          </a:endParaRPr>
        </a:p>
      </dgm:t>
    </dgm:pt>
    <dgm:pt modelId="{434F3D13-1897-4056-8B9D-04B3DEAAB7EA}" type="parTrans" cxnId="{D134E8BD-98F9-4FB3-9793-4807C88D7DDB}">
      <dgm:prSet>
        <dgm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endParaRPr lang="en-US" sz="1800">
            <a:solidFill>
              <a:schemeClr val="tx1"/>
            </a:solidFill>
          </a:endParaRPr>
        </a:p>
      </dgm:t>
    </dgm:pt>
    <dgm:pt modelId="{5D48DD80-2365-4678-B50D-6C9D19240D41}" type="sibTrans" cxnId="{D134E8BD-98F9-4FB3-9793-4807C88D7DDB}">
      <dgm:prSet/>
      <dgm:spPr/>
      <dgm:t>
        <a:bodyPr/>
        <a:lstStyle/>
        <a:p>
          <a:endParaRPr lang="en-US"/>
        </a:p>
      </dgm:t>
    </dgm:pt>
    <dgm:pt modelId="{5D718C71-6D30-43B7-B41C-A7C911718C0A}">
      <dgm:prSet phldrT="[Text]" custT="1">
        <dgm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700" dirty="0">
              <a:solidFill>
                <a:schemeClr val="tx1"/>
              </a:solidFill>
              <a:latin typeface="Funnel Sans" pitchFamily="34" charset="0"/>
            </a:rPr>
            <a:t>The Need: People need a single, simple place to manage their daily life.</a:t>
          </a:r>
          <a:endParaRPr lang="en-US" sz="700" dirty="0">
            <a:solidFill>
              <a:schemeClr val="tx1"/>
            </a:solidFill>
          </a:endParaRPr>
        </a:p>
      </dgm:t>
    </dgm:pt>
    <dgm:pt modelId="{A0E8A5B6-F1D0-47FD-8580-89CF7A879601}" type="parTrans" cxnId="{AD8E9FD0-1680-4CF5-BADB-DB882E7288F9}">
      <dgm:prSet>
        <dgm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endParaRPr lang="en-US" sz="1800">
            <a:solidFill>
              <a:schemeClr val="tx1"/>
            </a:solidFill>
          </a:endParaRPr>
        </a:p>
      </dgm:t>
    </dgm:pt>
    <dgm:pt modelId="{6918ECE8-A919-4469-AFA9-1300B5E8B513}" type="sibTrans" cxnId="{AD8E9FD0-1680-4CF5-BADB-DB882E7288F9}">
      <dgm:prSet/>
      <dgm:spPr/>
      <dgm:t>
        <a:bodyPr/>
        <a:lstStyle/>
        <a:p>
          <a:endParaRPr lang="en-US"/>
        </a:p>
      </dgm:t>
    </dgm:pt>
    <dgm:pt modelId="{16E22562-0F58-49CC-9AB6-7F802263395C}">
      <dgm:prSet phldrT="[Text]" custT="1">
        <dgm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700" dirty="0">
              <a:solidFill>
                <a:schemeClr val="tx1"/>
              </a:solidFill>
              <a:latin typeface="Funnel Sans" pitchFamily="34" charset="0"/>
            </a:rPr>
            <a:t>Mizan: A unified website that brings everything together in balance.</a:t>
          </a:r>
          <a:endParaRPr lang="en-US" sz="700" dirty="0">
            <a:solidFill>
              <a:schemeClr val="tx1"/>
            </a:solidFill>
          </a:endParaRPr>
        </a:p>
      </dgm:t>
    </dgm:pt>
    <dgm:pt modelId="{4539B784-BA41-4EA4-8909-71D2157C1353}" type="parTrans" cxnId="{3519B742-8BF7-4EC3-997F-158A25EBADBE}">
      <dgm:prSet>
        <dgm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endParaRPr lang="en-US" sz="1800">
            <a:solidFill>
              <a:schemeClr val="tx1"/>
            </a:solidFill>
          </a:endParaRPr>
        </a:p>
      </dgm:t>
    </dgm:pt>
    <dgm:pt modelId="{30FF7CFC-C976-41B7-83ED-15D543AA2BEC}" type="sibTrans" cxnId="{3519B742-8BF7-4EC3-997F-158A25EBADBE}">
      <dgm:prSet/>
      <dgm:spPr/>
      <dgm:t>
        <a:bodyPr/>
        <a:lstStyle/>
        <a:p>
          <a:endParaRPr lang="en-US"/>
        </a:p>
      </dgm:t>
    </dgm:pt>
    <dgm:pt modelId="{5BFD2374-AB10-4B11-9916-BDAE567E5932}" type="pres">
      <dgm:prSet presAssocID="{AFA84ABF-735D-4C08-8F69-D200D86EBD4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35BFAE6-7A4C-406A-B701-56F0027983F4}" type="pres">
      <dgm:prSet presAssocID="{57E8AF18-65C4-43D3-A625-93D82B496E0E}" presName="hierRoot1" presStyleCnt="0">
        <dgm:presLayoutVars>
          <dgm:hierBranch val="init"/>
        </dgm:presLayoutVars>
      </dgm:prSet>
      <dgm:spPr/>
    </dgm:pt>
    <dgm:pt modelId="{04DFD78A-EDC4-438A-8E3D-547AB661AD47}" type="pres">
      <dgm:prSet presAssocID="{57E8AF18-65C4-43D3-A625-93D82B496E0E}" presName="rootComposite1" presStyleCnt="0"/>
      <dgm:spPr/>
    </dgm:pt>
    <dgm:pt modelId="{5A04DDB0-BD87-4720-99B6-5D6D69B72C4F}" type="pres">
      <dgm:prSet presAssocID="{57E8AF18-65C4-43D3-A625-93D82B496E0E}" presName="rootText1" presStyleLbl="node0" presStyleIdx="0" presStyleCnt="1">
        <dgm:presLayoutVars>
          <dgm:chPref val="3"/>
        </dgm:presLayoutVars>
      </dgm:prSet>
      <dgm:spPr/>
    </dgm:pt>
    <dgm:pt modelId="{B0FA9486-692A-4EC0-ABFC-3919EC22D86E}" type="pres">
      <dgm:prSet presAssocID="{57E8AF18-65C4-43D3-A625-93D82B496E0E}" presName="rootConnector1" presStyleLbl="node1" presStyleIdx="0" presStyleCnt="0"/>
      <dgm:spPr/>
    </dgm:pt>
    <dgm:pt modelId="{45A39843-25D3-4A6C-9022-CA3F1FAD2FEB}" type="pres">
      <dgm:prSet presAssocID="{57E8AF18-65C4-43D3-A625-93D82B496E0E}" presName="hierChild2" presStyleCnt="0"/>
      <dgm:spPr/>
    </dgm:pt>
    <dgm:pt modelId="{1457B5B3-3CF5-425E-A091-09F54A6F9E32}" type="pres">
      <dgm:prSet presAssocID="{434F3D13-1897-4056-8B9D-04B3DEAAB7EA}" presName="Name37" presStyleLbl="parChTrans1D2" presStyleIdx="0" presStyleCnt="3"/>
      <dgm:spPr/>
    </dgm:pt>
    <dgm:pt modelId="{6BACC2B8-4B7C-4A6F-86BD-A12C829073EA}" type="pres">
      <dgm:prSet presAssocID="{4EAB7483-ACDC-4369-A542-B0F39BEFB2CC}" presName="hierRoot2" presStyleCnt="0">
        <dgm:presLayoutVars>
          <dgm:hierBranch val="init"/>
        </dgm:presLayoutVars>
      </dgm:prSet>
      <dgm:spPr/>
    </dgm:pt>
    <dgm:pt modelId="{8A2BF33F-B7D2-4AB0-87AA-4F0C882119D2}" type="pres">
      <dgm:prSet presAssocID="{4EAB7483-ACDC-4369-A542-B0F39BEFB2CC}" presName="rootComposite" presStyleCnt="0"/>
      <dgm:spPr/>
    </dgm:pt>
    <dgm:pt modelId="{85418F6D-7EF9-4D1F-9139-E3E83E2EB0B6}" type="pres">
      <dgm:prSet presAssocID="{4EAB7483-ACDC-4369-A542-B0F39BEFB2CC}" presName="rootText" presStyleLbl="node2" presStyleIdx="0" presStyleCnt="3">
        <dgm:presLayoutVars>
          <dgm:chPref val="3"/>
        </dgm:presLayoutVars>
      </dgm:prSet>
      <dgm:spPr/>
    </dgm:pt>
    <dgm:pt modelId="{FC1B026A-226C-4C49-A4ED-AEA5EAC3CF97}" type="pres">
      <dgm:prSet presAssocID="{4EAB7483-ACDC-4369-A542-B0F39BEFB2CC}" presName="rootConnector" presStyleLbl="node2" presStyleIdx="0" presStyleCnt="3"/>
      <dgm:spPr/>
    </dgm:pt>
    <dgm:pt modelId="{133F633A-FF57-4FFF-ABAC-F733A3EB3A1B}" type="pres">
      <dgm:prSet presAssocID="{4EAB7483-ACDC-4369-A542-B0F39BEFB2CC}" presName="hierChild4" presStyleCnt="0"/>
      <dgm:spPr/>
    </dgm:pt>
    <dgm:pt modelId="{0B22916E-52AE-40F1-986B-07469F4DE73C}" type="pres">
      <dgm:prSet presAssocID="{4EAB7483-ACDC-4369-A542-B0F39BEFB2CC}" presName="hierChild5" presStyleCnt="0"/>
      <dgm:spPr/>
    </dgm:pt>
    <dgm:pt modelId="{D686164C-DC68-4CE6-8738-5B4C3E1227AD}" type="pres">
      <dgm:prSet presAssocID="{A0E8A5B6-F1D0-47FD-8580-89CF7A879601}" presName="Name37" presStyleLbl="parChTrans1D2" presStyleIdx="1" presStyleCnt="3"/>
      <dgm:spPr/>
    </dgm:pt>
    <dgm:pt modelId="{19AEC2C2-FCA3-41DF-8433-ED3E86E91B11}" type="pres">
      <dgm:prSet presAssocID="{5D718C71-6D30-43B7-B41C-A7C911718C0A}" presName="hierRoot2" presStyleCnt="0">
        <dgm:presLayoutVars>
          <dgm:hierBranch val="init"/>
        </dgm:presLayoutVars>
      </dgm:prSet>
      <dgm:spPr/>
    </dgm:pt>
    <dgm:pt modelId="{714BBFD0-CB76-44A2-97EB-B23FA8032F75}" type="pres">
      <dgm:prSet presAssocID="{5D718C71-6D30-43B7-B41C-A7C911718C0A}" presName="rootComposite" presStyleCnt="0"/>
      <dgm:spPr/>
    </dgm:pt>
    <dgm:pt modelId="{D372137B-FE61-4A34-960E-4DD51DC698A5}" type="pres">
      <dgm:prSet presAssocID="{5D718C71-6D30-43B7-B41C-A7C911718C0A}" presName="rootText" presStyleLbl="node2" presStyleIdx="1" presStyleCnt="3">
        <dgm:presLayoutVars>
          <dgm:chPref val="3"/>
        </dgm:presLayoutVars>
      </dgm:prSet>
      <dgm:spPr/>
    </dgm:pt>
    <dgm:pt modelId="{335AB2B3-9B03-44DA-B0AD-019A9B2C2780}" type="pres">
      <dgm:prSet presAssocID="{5D718C71-6D30-43B7-B41C-A7C911718C0A}" presName="rootConnector" presStyleLbl="node2" presStyleIdx="1" presStyleCnt="3"/>
      <dgm:spPr/>
    </dgm:pt>
    <dgm:pt modelId="{1B58D801-7FA5-4CE0-A892-A12ADF9F29FB}" type="pres">
      <dgm:prSet presAssocID="{5D718C71-6D30-43B7-B41C-A7C911718C0A}" presName="hierChild4" presStyleCnt="0"/>
      <dgm:spPr/>
    </dgm:pt>
    <dgm:pt modelId="{5B8EC443-5429-4016-B2A5-B8DBB5EA32A8}" type="pres">
      <dgm:prSet presAssocID="{5D718C71-6D30-43B7-B41C-A7C911718C0A}" presName="hierChild5" presStyleCnt="0"/>
      <dgm:spPr/>
    </dgm:pt>
    <dgm:pt modelId="{82001395-55CE-4D2C-B678-AE864773E988}" type="pres">
      <dgm:prSet presAssocID="{4539B784-BA41-4EA4-8909-71D2157C1353}" presName="Name37" presStyleLbl="parChTrans1D2" presStyleIdx="2" presStyleCnt="3"/>
      <dgm:spPr/>
    </dgm:pt>
    <dgm:pt modelId="{2AB80949-6275-4BB9-9BCB-C0A352376F3A}" type="pres">
      <dgm:prSet presAssocID="{16E22562-0F58-49CC-9AB6-7F802263395C}" presName="hierRoot2" presStyleCnt="0">
        <dgm:presLayoutVars>
          <dgm:hierBranch val="init"/>
        </dgm:presLayoutVars>
      </dgm:prSet>
      <dgm:spPr/>
    </dgm:pt>
    <dgm:pt modelId="{1E433051-07AE-4DE0-942B-FCDB625ACF4F}" type="pres">
      <dgm:prSet presAssocID="{16E22562-0F58-49CC-9AB6-7F802263395C}" presName="rootComposite" presStyleCnt="0"/>
      <dgm:spPr/>
    </dgm:pt>
    <dgm:pt modelId="{6AF41229-89E7-4B7B-8E0D-1A5A73EEA70D}" type="pres">
      <dgm:prSet presAssocID="{16E22562-0F58-49CC-9AB6-7F802263395C}" presName="rootText" presStyleLbl="node2" presStyleIdx="2" presStyleCnt="3">
        <dgm:presLayoutVars>
          <dgm:chPref val="3"/>
        </dgm:presLayoutVars>
      </dgm:prSet>
      <dgm:spPr/>
    </dgm:pt>
    <dgm:pt modelId="{91EF0E5B-26DE-4743-8BCF-57116AD78603}" type="pres">
      <dgm:prSet presAssocID="{16E22562-0F58-49CC-9AB6-7F802263395C}" presName="rootConnector" presStyleLbl="node2" presStyleIdx="2" presStyleCnt="3"/>
      <dgm:spPr/>
    </dgm:pt>
    <dgm:pt modelId="{D9D36AEA-7DC3-4D5E-93CC-BF1581CDD175}" type="pres">
      <dgm:prSet presAssocID="{16E22562-0F58-49CC-9AB6-7F802263395C}" presName="hierChild4" presStyleCnt="0"/>
      <dgm:spPr/>
    </dgm:pt>
    <dgm:pt modelId="{3568BFD6-949E-40B9-830E-9FA98F094495}" type="pres">
      <dgm:prSet presAssocID="{16E22562-0F58-49CC-9AB6-7F802263395C}" presName="hierChild5" presStyleCnt="0"/>
      <dgm:spPr/>
    </dgm:pt>
    <dgm:pt modelId="{DB198ACC-170F-4D1F-BAC7-BB4D2E43641B}" type="pres">
      <dgm:prSet presAssocID="{57E8AF18-65C4-43D3-A625-93D82B496E0E}" presName="hierChild3" presStyleCnt="0"/>
      <dgm:spPr/>
    </dgm:pt>
  </dgm:ptLst>
  <dgm:cxnLst>
    <dgm:cxn modelId="{FB07FA17-6D5C-4DDD-AB70-505A00DBFA28}" type="presOf" srcId="{434F3D13-1897-4056-8B9D-04B3DEAAB7EA}" destId="{1457B5B3-3CF5-425E-A091-09F54A6F9E32}" srcOrd="0" destOrd="0" presId="urn:microsoft.com/office/officeart/2005/8/layout/orgChart1"/>
    <dgm:cxn modelId="{E88B2119-1B6A-41CD-9C59-2F44451F038A}" type="presOf" srcId="{16E22562-0F58-49CC-9AB6-7F802263395C}" destId="{91EF0E5B-26DE-4743-8BCF-57116AD78603}" srcOrd="1" destOrd="0" presId="urn:microsoft.com/office/officeart/2005/8/layout/orgChart1"/>
    <dgm:cxn modelId="{B2468224-5575-4DAF-B2F8-93F41C8CCD17}" type="presOf" srcId="{57E8AF18-65C4-43D3-A625-93D82B496E0E}" destId="{B0FA9486-692A-4EC0-ABFC-3919EC22D86E}" srcOrd="1" destOrd="0" presId="urn:microsoft.com/office/officeart/2005/8/layout/orgChart1"/>
    <dgm:cxn modelId="{0752F53C-9760-409F-9183-695BF15AEB7F}" type="presOf" srcId="{57E8AF18-65C4-43D3-A625-93D82B496E0E}" destId="{5A04DDB0-BD87-4720-99B6-5D6D69B72C4F}" srcOrd="0" destOrd="0" presId="urn:microsoft.com/office/officeart/2005/8/layout/orgChart1"/>
    <dgm:cxn modelId="{D4F90D40-797F-4C27-BB30-284E4B3FC63D}" type="presOf" srcId="{AFA84ABF-735D-4C08-8F69-D200D86EBD49}" destId="{5BFD2374-AB10-4B11-9916-BDAE567E5932}" srcOrd="0" destOrd="0" presId="urn:microsoft.com/office/officeart/2005/8/layout/orgChart1"/>
    <dgm:cxn modelId="{3519B742-8BF7-4EC3-997F-158A25EBADBE}" srcId="{57E8AF18-65C4-43D3-A625-93D82B496E0E}" destId="{16E22562-0F58-49CC-9AB6-7F802263395C}" srcOrd="2" destOrd="0" parTransId="{4539B784-BA41-4EA4-8909-71D2157C1353}" sibTransId="{30FF7CFC-C976-41B7-83ED-15D543AA2BEC}"/>
    <dgm:cxn modelId="{77AE8472-7C4F-460B-BEC7-7617F7D0DF0A}" type="presOf" srcId="{5D718C71-6D30-43B7-B41C-A7C911718C0A}" destId="{335AB2B3-9B03-44DA-B0AD-019A9B2C2780}" srcOrd="1" destOrd="0" presId="urn:microsoft.com/office/officeart/2005/8/layout/orgChart1"/>
    <dgm:cxn modelId="{ED963786-8772-4B39-AF36-7A17CAFB072D}" type="presOf" srcId="{4539B784-BA41-4EA4-8909-71D2157C1353}" destId="{82001395-55CE-4D2C-B678-AE864773E988}" srcOrd="0" destOrd="0" presId="urn:microsoft.com/office/officeart/2005/8/layout/orgChart1"/>
    <dgm:cxn modelId="{E856F493-B6F8-4F78-B81E-1CDC8D1F574F}" type="presOf" srcId="{A0E8A5B6-F1D0-47FD-8580-89CF7A879601}" destId="{D686164C-DC68-4CE6-8738-5B4C3E1227AD}" srcOrd="0" destOrd="0" presId="urn:microsoft.com/office/officeart/2005/8/layout/orgChart1"/>
    <dgm:cxn modelId="{01E2FC9F-7306-4DA6-8825-F3EF7FBFC681}" type="presOf" srcId="{5D718C71-6D30-43B7-B41C-A7C911718C0A}" destId="{D372137B-FE61-4A34-960E-4DD51DC698A5}" srcOrd="0" destOrd="0" presId="urn:microsoft.com/office/officeart/2005/8/layout/orgChart1"/>
    <dgm:cxn modelId="{C96302BD-1255-49E5-82BE-2856DB3226D9}" type="presOf" srcId="{16E22562-0F58-49CC-9AB6-7F802263395C}" destId="{6AF41229-89E7-4B7B-8E0D-1A5A73EEA70D}" srcOrd="0" destOrd="0" presId="urn:microsoft.com/office/officeart/2005/8/layout/orgChart1"/>
    <dgm:cxn modelId="{D134E8BD-98F9-4FB3-9793-4807C88D7DDB}" srcId="{57E8AF18-65C4-43D3-A625-93D82B496E0E}" destId="{4EAB7483-ACDC-4369-A542-B0F39BEFB2CC}" srcOrd="0" destOrd="0" parTransId="{434F3D13-1897-4056-8B9D-04B3DEAAB7EA}" sibTransId="{5D48DD80-2365-4678-B50D-6C9D19240D41}"/>
    <dgm:cxn modelId="{D2CA0ACA-A20A-45A4-B31D-63DEDFFAD8A1}" type="presOf" srcId="{4EAB7483-ACDC-4369-A542-B0F39BEFB2CC}" destId="{FC1B026A-226C-4C49-A4ED-AEA5EAC3CF97}" srcOrd="1" destOrd="0" presId="urn:microsoft.com/office/officeart/2005/8/layout/orgChart1"/>
    <dgm:cxn modelId="{AD8E9FD0-1680-4CF5-BADB-DB882E7288F9}" srcId="{57E8AF18-65C4-43D3-A625-93D82B496E0E}" destId="{5D718C71-6D30-43B7-B41C-A7C911718C0A}" srcOrd="1" destOrd="0" parTransId="{A0E8A5B6-F1D0-47FD-8580-89CF7A879601}" sibTransId="{6918ECE8-A919-4469-AFA9-1300B5E8B513}"/>
    <dgm:cxn modelId="{853921DC-B35F-4C96-A942-CB01304198D4}" type="presOf" srcId="{4EAB7483-ACDC-4369-A542-B0F39BEFB2CC}" destId="{85418F6D-7EF9-4D1F-9139-E3E83E2EB0B6}" srcOrd="0" destOrd="0" presId="urn:microsoft.com/office/officeart/2005/8/layout/orgChart1"/>
    <dgm:cxn modelId="{A537C0F3-E646-4558-BA7C-2995523AFE38}" srcId="{AFA84ABF-735D-4C08-8F69-D200D86EBD49}" destId="{57E8AF18-65C4-43D3-A625-93D82B496E0E}" srcOrd="0" destOrd="0" parTransId="{7A9B1925-3599-40B5-99FB-E432F5D0CF26}" sibTransId="{309140C6-FFE1-4553-9F36-AE290F231571}"/>
    <dgm:cxn modelId="{7C8C1649-94FA-42F5-9794-0AE4680991B3}" type="presParOf" srcId="{5BFD2374-AB10-4B11-9916-BDAE567E5932}" destId="{535BFAE6-7A4C-406A-B701-56F0027983F4}" srcOrd="0" destOrd="0" presId="urn:microsoft.com/office/officeart/2005/8/layout/orgChart1"/>
    <dgm:cxn modelId="{28DDAE9B-3E87-43A6-B582-A84AB466785B}" type="presParOf" srcId="{535BFAE6-7A4C-406A-B701-56F0027983F4}" destId="{04DFD78A-EDC4-438A-8E3D-547AB661AD47}" srcOrd="0" destOrd="0" presId="urn:microsoft.com/office/officeart/2005/8/layout/orgChart1"/>
    <dgm:cxn modelId="{8D26C1F0-2FEE-49DE-9CD1-B0EFD019A10D}" type="presParOf" srcId="{04DFD78A-EDC4-438A-8E3D-547AB661AD47}" destId="{5A04DDB0-BD87-4720-99B6-5D6D69B72C4F}" srcOrd="0" destOrd="0" presId="urn:microsoft.com/office/officeart/2005/8/layout/orgChart1"/>
    <dgm:cxn modelId="{AB5F4B67-E7E4-42E2-9F08-8B8F8F62D8E4}" type="presParOf" srcId="{04DFD78A-EDC4-438A-8E3D-547AB661AD47}" destId="{B0FA9486-692A-4EC0-ABFC-3919EC22D86E}" srcOrd="1" destOrd="0" presId="urn:microsoft.com/office/officeart/2005/8/layout/orgChart1"/>
    <dgm:cxn modelId="{218A6D95-B197-4F34-A6CF-65E74373F418}" type="presParOf" srcId="{535BFAE6-7A4C-406A-B701-56F0027983F4}" destId="{45A39843-25D3-4A6C-9022-CA3F1FAD2FEB}" srcOrd="1" destOrd="0" presId="urn:microsoft.com/office/officeart/2005/8/layout/orgChart1"/>
    <dgm:cxn modelId="{C6F8C7DF-0411-4597-BA96-2612015FFF75}" type="presParOf" srcId="{45A39843-25D3-4A6C-9022-CA3F1FAD2FEB}" destId="{1457B5B3-3CF5-425E-A091-09F54A6F9E32}" srcOrd="0" destOrd="0" presId="urn:microsoft.com/office/officeart/2005/8/layout/orgChart1"/>
    <dgm:cxn modelId="{DAFC2789-F8E7-40B2-8DA9-507078A1A6DA}" type="presParOf" srcId="{45A39843-25D3-4A6C-9022-CA3F1FAD2FEB}" destId="{6BACC2B8-4B7C-4A6F-86BD-A12C829073EA}" srcOrd="1" destOrd="0" presId="urn:microsoft.com/office/officeart/2005/8/layout/orgChart1"/>
    <dgm:cxn modelId="{C4F774E4-46F3-43FE-BD17-673E7DF3FB74}" type="presParOf" srcId="{6BACC2B8-4B7C-4A6F-86BD-A12C829073EA}" destId="{8A2BF33F-B7D2-4AB0-87AA-4F0C882119D2}" srcOrd="0" destOrd="0" presId="urn:microsoft.com/office/officeart/2005/8/layout/orgChart1"/>
    <dgm:cxn modelId="{A5606D1B-9D29-42AF-B528-79803C6F022E}" type="presParOf" srcId="{8A2BF33F-B7D2-4AB0-87AA-4F0C882119D2}" destId="{85418F6D-7EF9-4D1F-9139-E3E83E2EB0B6}" srcOrd="0" destOrd="0" presId="urn:microsoft.com/office/officeart/2005/8/layout/orgChart1"/>
    <dgm:cxn modelId="{490A6113-817F-4308-A968-113337C246A0}" type="presParOf" srcId="{8A2BF33F-B7D2-4AB0-87AA-4F0C882119D2}" destId="{FC1B026A-226C-4C49-A4ED-AEA5EAC3CF97}" srcOrd="1" destOrd="0" presId="urn:microsoft.com/office/officeart/2005/8/layout/orgChart1"/>
    <dgm:cxn modelId="{61DFF692-31F4-45B3-B2E3-488A7C4A4730}" type="presParOf" srcId="{6BACC2B8-4B7C-4A6F-86BD-A12C829073EA}" destId="{133F633A-FF57-4FFF-ABAC-F733A3EB3A1B}" srcOrd="1" destOrd="0" presId="urn:microsoft.com/office/officeart/2005/8/layout/orgChart1"/>
    <dgm:cxn modelId="{84AF2885-7847-499B-B1CB-9DE8CB37AFF3}" type="presParOf" srcId="{6BACC2B8-4B7C-4A6F-86BD-A12C829073EA}" destId="{0B22916E-52AE-40F1-986B-07469F4DE73C}" srcOrd="2" destOrd="0" presId="urn:microsoft.com/office/officeart/2005/8/layout/orgChart1"/>
    <dgm:cxn modelId="{E9579F49-53B7-4511-9489-3698EE99122A}" type="presParOf" srcId="{45A39843-25D3-4A6C-9022-CA3F1FAD2FEB}" destId="{D686164C-DC68-4CE6-8738-5B4C3E1227AD}" srcOrd="2" destOrd="0" presId="urn:microsoft.com/office/officeart/2005/8/layout/orgChart1"/>
    <dgm:cxn modelId="{3DCCB650-42E9-4B49-ABD9-0B68355B6CF1}" type="presParOf" srcId="{45A39843-25D3-4A6C-9022-CA3F1FAD2FEB}" destId="{19AEC2C2-FCA3-41DF-8433-ED3E86E91B11}" srcOrd="3" destOrd="0" presId="urn:microsoft.com/office/officeart/2005/8/layout/orgChart1"/>
    <dgm:cxn modelId="{560C1108-84A5-4A17-884A-06D4027AC15A}" type="presParOf" srcId="{19AEC2C2-FCA3-41DF-8433-ED3E86E91B11}" destId="{714BBFD0-CB76-44A2-97EB-B23FA8032F75}" srcOrd="0" destOrd="0" presId="urn:microsoft.com/office/officeart/2005/8/layout/orgChart1"/>
    <dgm:cxn modelId="{68C460C1-943D-4005-B376-A9B3C0EA839D}" type="presParOf" srcId="{714BBFD0-CB76-44A2-97EB-B23FA8032F75}" destId="{D372137B-FE61-4A34-960E-4DD51DC698A5}" srcOrd="0" destOrd="0" presId="urn:microsoft.com/office/officeart/2005/8/layout/orgChart1"/>
    <dgm:cxn modelId="{9280258D-3B9F-4DCC-BC04-112B5123BC41}" type="presParOf" srcId="{714BBFD0-CB76-44A2-97EB-B23FA8032F75}" destId="{335AB2B3-9B03-44DA-B0AD-019A9B2C2780}" srcOrd="1" destOrd="0" presId="urn:microsoft.com/office/officeart/2005/8/layout/orgChart1"/>
    <dgm:cxn modelId="{AFC6192B-584B-402B-BB22-F6B8FFE9798C}" type="presParOf" srcId="{19AEC2C2-FCA3-41DF-8433-ED3E86E91B11}" destId="{1B58D801-7FA5-4CE0-A892-A12ADF9F29FB}" srcOrd="1" destOrd="0" presId="urn:microsoft.com/office/officeart/2005/8/layout/orgChart1"/>
    <dgm:cxn modelId="{1776AA50-425E-45E0-AC68-C78E03C2EB87}" type="presParOf" srcId="{19AEC2C2-FCA3-41DF-8433-ED3E86E91B11}" destId="{5B8EC443-5429-4016-B2A5-B8DBB5EA32A8}" srcOrd="2" destOrd="0" presId="urn:microsoft.com/office/officeart/2005/8/layout/orgChart1"/>
    <dgm:cxn modelId="{7101F64A-382E-4929-87C7-29C4AD504564}" type="presParOf" srcId="{45A39843-25D3-4A6C-9022-CA3F1FAD2FEB}" destId="{82001395-55CE-4D2C-B678-AE864773E988}" srcOrd="4" destOrd="0" presId="urn:microsoft.com/office/officeart/2005/8/layout/orgChart1"/>
    <dgm:cxn modelId="{71AE4154-3573-46A5-A3F0-6C07DC4DDB0C}" type="presParOf" srcId="{45A39843-25D3-4A6C-9022-CA3F1FAD2FEB}" destId="{2AB80949-6275-4BB9-9BCB-C0A352376F3A}" srcOrd="5" destOrd="0" presId="urn:microsoft.com/office/officeart/2005/8/layout/orgChart1"/>
    <dgm:cxn modelId="{1E172034-595B-4BA2-A529-59218A55F530}" type="presParOf" srcId="{2AB80949-6275-4BB9-9BCB-C0A352376F3A}" destId="{1E433051-07AE-4DE0-942B-FCDB625ACF4F}" srcOrd="0" destOrd="0" presId="urn:microsoft.com/office/officeart/2005/8/layout/orgChart1"/>
    <dgm:cxn modelId="{B6188616-FB29-4719-8D0C-DC733986A243}" type="presParOf" srcId="{1E433051-07AE-4DE0-942B-FCDB625ACF4F}" destId="{6AF41229-89E7-4B7B-8E0D-1A5A73EEA70D}" srcOrd="0" destOrd="0" presId="urn:microsoft.com/office/officeart/2005/8/layout/orgChart1"/>
    <dgm:cxn modelId="{824124FB-E141-4849-B304-80B986B89804}" type="presParOf" srcId="{1E433051-07AE-4DE0-942B-FCDB625ACF4F}" destId="{91EF0E5B-26DE-4743-8BCF-57116AD78603}" srcOrd="1" destOrd="0" presId="urn:microsoft.com/office/officeart/2005/8/layout/orgChart1"/>
    <dgm:cxn modelId="{E55643A3-30BF-42F5-A60A-3A7B5DCD1525}" type="presParOf" srcId="{2AB80949-6275-4BB9-9BCB-C0A352376F3A}" destId="{D9D36AEA-7DC3-4D5E-93CC-BF1581CDD175}" srcOrd="1" destOrd="0" presId="urn:microsoft.com/office/officeart/2005/8/layout/orgChart1"/>
    <dgm:cxn modelId="{C7F32CCB-BCCD-43A2-8BC1-D4AE1652140C}" type="presParOf" srcId="{2AB80949-6275-4BB9-9BCB-C0A352376F3A}" destId="{3568BFD6-949E-40B9-830E-9FA98F094495}" srcOrd="2" destOrd="0" presId="urn:microsoft.com/office/officeart/2005/8/layout/orgChart1"/>
    <dgm:cxn modelId="{7CE48923-4207-4FC1-9B7F-09EA11EC9C08}" type="presParOf" srcId="{535BFAE6-7A4C-406A-B701-56F0027983F4}" destId="{DB198ACC-170F-4D1F-BAC7-BB4D2E43641B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FA84ABF-735D-4C08-8F69-D200D86EBD49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7E8AF18-65C4-43D3-A625-93D82B496E0E}">
      <dgm:prSet phldrT="[Text]" custT="1">
        <dgm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pPr>
            <a:buNone/>
          </a:pPr>
          <a:r>
            <a:rPr lang="en-US" sz="700" dirty="0">
              <a:solidFill>
                <a:schemeClr val="tx1"/>
              </a:solidFill>
              <a:latin typeface="Funnel Sans" pitchFamily="34" charset="0"/>
            </a:rPr>
            <a:t>Objectives </a:t>
          </a:r>
          <a:endParaRPr lang="en-US" sz="700" dirty="0">
            <a:solidFill>
              <a:schemeClr val="tx1"/>
            </a:solidFill>
          </a:endParaRPr>
        </a:p>
      </dgm:t>
    </dgm:pt>
    <dgm:pt modelId="{7A9B1925-3599-40B5-99FB-E432F5D0CF26}" type="parTrans" cxnId="{A537C0F3-E646-4558-BA7C-2995523AFE38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309140C6-FFE1-4553-9F36-AE290F231571}" type="sibTrans" cxnId="{A537C0F3-E646-4558-BA7C-2995523AFE38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4EAB7483-ACDC-4369-A542-B0F39BEFB2CC}">
      <dgm:prSet phldrT="[Text]" custT="1">
        <dgm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700" dirty="0">
              <a:solidFill>
                <a:schemeClr val="tx1"/>
              </a:solidFill>
              <a:latin typeface="Funnel Sans" pitchFamily="34" charset="0"/>
            </a:rPr>
            <a:t>All-in-One Dashboard: Build one system that connects finances, tasks, and file storage.</a:t>
          </a:r>
          <a:endParaRPr lang="en-US" sz="700" dirty="0">
            <a:solidFill>
              <a:schemeClr val="tx1"/>
            </a:solidFill>
          </a:endParaRPr>
        </a:p>
      </dgm:t>
    </dgm:pt>
    <dgm:pt modelId="{434F3D13-1897-4056-8B9D-04B3DEAAB7EA}" type="parTrans" cxnId="{D134E8BD-98F9-4FB3-9793-4807C88D7DDB}">
      <dgm:prSet>
        <dgm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endParaRPr lang="en-US" sz="1800">
            <a:solidFill>
              <a:schemeClr val="tx1"/>
            </a:solidFill>
          </a:endParaRPr>
        </a:p>
      </dgm:t>
    </dgm:pt>
    <dgm:pt modelId="{5D48DD80-2365-4678-B50D-6C9D19240D41}" type="sibTrans" cxnId="{D134E8BD-98F9-4FB3-9793-4807C88D7DDB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5D718C71-6D30-43B7-B41C-A7C911718C0A}">
      <dgm:prSet phldrT="[Text]" custT="1">
        <dgm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700" dirty="0">
              <a:solidFill>
                <a:schemeClr val="tx1"/>
              </a:solidFill>
              <a:latin typeface="Funnel Sans" pitchFamily="34" charset="0"/>
            </a:rPr>
            <a:t>Strong Security: Protect user accounts and data from any hacking attempts.</a:t>
          </a:r>
          <a:endParaRPr lang="en-US" sz="700" dirty="0">
            <a:solidFill>
              <a:schemeClr val="tx1"/>
            </a:solidFill>
          </a:endParaRPr>
        </a:p>
      </dgm:t>
    </dgm:pt>
    <dgm:pt modelId="{A0E8A5B6-F1D0-47FD-8580-89CF7A879601}" type="parTrans" cxnId="{AD8E9FD0-1680-4CF5-BADB-DB882E7288F9}">
      <dgm:prSet>
        <dgm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endParaRPr lang="en-US" sz="1800">
            <a:solidFill>
              <a:schemeClr val="tx1"/>
            </a:solidFill>
          </a:endParaRPr>
        </a:p>
      </dgm:t>
    </dgm:pt>
    <dgm:pt modelId="{6918ECE8-A919-4469-AFA9-1300B5E8B513}" type="sibTrans" cxnId="{AD8E9FD0-1680-4CF5-BADB-DB882E7288F9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16E22562-0F58-49CC-9AB6-7F802263395C}">
      <dgm:prSet phldrT="[Text]" custT="1">
        <dgm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700" dirty="0">
              <a:solidFill>
                <a:schemeClr val="tx1"/>
              </a:solidFill>
              <a:latin typeface="Funnel Sans" pitchFamily="34" charset="0"/>
            </a:rPr>
            <a:t>Automated Testing: Test every button and feature automatically to ensure zero mistakes.</a:t>
          </a:r>
          <a:endParaRPr lang="en-US" sz="700" dirty="0">
            <a:solidFill>
              <a:schemeClr val="tx1"/>
            </a:solidFill>
          </a:endParaRPr>
        </a:p>
      </dgm:t>
    </dgm:pt>
    <dgm:pt modelId="{4539B784-BA41-4EA4-8909-71D2157C1353}" type="parTrans" cxnId="{3519B742-8BF7-4EC3-997F-158A25EBADBE}">
      <dgm:prSet>
        <dgm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endParaRPr lang="en-US" sz="1800">
            <a:solidFill>
              <a:schemeClr val="tx1"/>
            </a:solidFill>
          </a:endParaRPr>
        </a:p>
      </dgm:t>
    </dgm:pt>
    <dgm:pt modelId="{30FF7CFC-C976-41B7-83ED-15D543AA2BEC}" type="sibTrans" cxnId="{3519B742-8BF7-4EC3-997F-158A25EBADBE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5BFD2374-AB10-4B11-9916-BDAE567E5932}" type="pres">
      <dgm:prSet presAssocID="{AFA84ABF-735D-4C08-8F69-D200D86EBD4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35BFAE6-7A4C-406A-B701-56F0027983F4}" type="pres">
      <dgm:prSet presAssocID="{57E8AF18-65C4-43D3-A625-93D82B496E0E}" presName="hierRoot1" presStyleCnt="0">
        <dgm:presLayoutVars>
          <dgm:hierBranch val="init"/>
        </dgm:presLayoutVars>
      </dgm:prSet>
      <dgm:spPr/>
    </dgm:pt>
    <dgm:pt modelId="{04DFD78A-EDC4-438A-8E3D-547AB661AD47}" type="pres">
      <dgm:prSet presAssocID="{57E8AF18-65C4-43D3-A625-93D82B496E0E}" presName="rootComposite1" presStyleCnt="0"/>
      <dgm:spPr/>
    </dgm:pt>
    <dgm:pt modelId="{5A04DDB0-BD87-4720-99B6-5D6D69B72C4F}" type="pres">
      <dgm:prSet presAssocID="{57E8AF18-65C4-43D3-A625-93D82B496E0E}" presName="rootText1" presStyleLbl="node0" presStyleIdx="0" presStyleCnt="1">
        <dgm:presLayoutVars>
          <dgm:chPref val="3"/>
        </dgm:presLayoutVars>
      </dgm:prSet>
      <dgm:spPr/>
    </dgm:pt>
    <dgm:pt modelId="{B0FA9486-692A-4EC0-ABFC-3919EC22D86E}" type="pres">
      <dgm:prSet presAssocID="{57E8AF18-65C4-43D3-A625-93D82B496E0E}" presName="rootConnector1" presStyleLbl="node1" presStyleIdx="0" presStyleCnt="0"/>
      <dgm:spPr/>
    </dgm:pt>
    <dgm:pt modelId="{45A39843-25D3-4A6C-9022-CA3F1FAD2FEB}" type="pres">
      <dgm:prSet presAssocID="{57E8AF18-65C4-43D3-A625-93D82B496E0E}" presName="hierChild2" presStyleCnt="0"/>
      <dgm:spPr/>
    </dgm:pt>
    <dgm:pt modelId="{1457B5B3-3CF5-425E-A091-09F54A6F9E32}" type="pres">
      <dgm:prSet presAssocID="{434F3D13-1897-4056-8B9D-04B3DEAAB7EA}" presName="Name37" presStyleLbl="parChTrans1D2" presStyleIdx="0" presStyleCnt="3"/>
      <dgm:spPr/>
    </dgm:pt>
    <dgm:pt modelId="{6BACC2B8-4B7C-4A6F-86BD-A12C829073EA}" type="pres">
      <dgm:prSet presAssocID="{4EAB7483-ACDC-4369-A542-B0F39BEFB2CC}" presName="hierRoot2" presStyleCnt="0">
        <dgm:presLayoutVars>
          <dgm:hierBranch val="init"/>
        </dgm:presLayoutVars>
      </dgm:prSet>
      <dgm:spPr/>
    </dgm:pt>
    <dgm:pt modelId="{8A2BF33F-B7D2-4AB0-87AA-4F0C882119D2}" type="pres">
      <dgm:prSet presAssocID="{4EAB7483-ACDC-4369-A542-B0F39BEFB2CC}" presName="rootComposite" presStyleCnt="0"/>
      <dgm:spPr/>
    </dgm:pt>
    <dgm:pt modelId="{85418F6D-7EF9-4D1F-9139-E3E83E2EB0B6}" type="pres">
      <dgm:prSet presAssocID="{4EAB7483-ACDC-4369-A542-B0F39BEFB2CC}" presName="rootText" presStyleLbl="node2" presStyleIdx="0" presStyleCnt="3">
        <dgm:presLayoutVars>
          <dgm:chPref val="3"/>
        </dgm:presLayoutVars>
      </dgm:prSet>
      <dgm:spPr/>
    </dgm:pt>
    <dgm:pt modelId="{FC1B026A-226C-4C49-A4ED-AEA5EAC3CF97}" type="pres">
      <dgm:prSet presAssocID="{4EAB7483-ACDC-4369-A542-B0F39BEFB2CC}" presName="rootConnector" presStyleLbl="node2" presStyleIdx="0" presStyleCnt="3"/>
      <dgm:spPr/>
    </dgm:pt>
    <dgm:pt modelId="{133F633A-FF57-4FFF-ABAC-F733A3EB3A1B}" type="pres">
      <dgm:prSet presAssocID="{4EAB7483-ACDC-4369-A542-B0F39BEFB2CC}" presName="hierChild4" presStyleCnt="0"/>
      <dgm:spPr/>
    </dgm:pt>
    <dgm:pt modelId="{0B22916E-52AE-40F1-986B-07469F4DE73C}" type="pres">
      <dgm:prSet presAssocID="{4EAB7483-ACDC-4369-A542-B0F39BEFB2CC}" presName="hierChild5" presStyleCnt="0"/>
      <dgm:spPr/>
    </dgm:pt>
    <dgm:pt modelId="{D686164C-DC68-4CE6-8738-5B4C3E1227AD}" type="pres">
      <dgm:prSet presAssocID="{A0E8A5B6-F1D0-47FD-8580-89CF7A879601}" presName="Name37" presStyleLbl="parChTrans1D2" presStyleIdx="1" presStyleCnt="3"/>
      <dgm:spPr/>
    </dgm:pt>
    <dgm:pt modelId="{19AEC2C2-FCA3-41DF-8433-ED3E86E91B11}" type="pres">
      <dgm:prSet presAssocID="{5D718C71-6D30-43B7-B41C-A7C911718C0A}" presName="hierRoot2" presStyleCnt="0">
        <dgm:presLayoutVars>
          <dgm:hierBranch val="init"/>
        </dgm:presLayoutVars>
      </dgm:prSet>
      <dgm:spPr/>
    </dgm:pt>
    <dgm:pt modelId="{714BBFD0-CB76-44A2-97EB-B23FA8032F75}" type="pres">
      <dgm:prSet presAssocID="{5D718C71-6D30-43B7-B41C-A7C911718C0A}" presName="rootComposite" presStyleCnt="0"/>
      <dgm:spPr/>
    </dgm:pt>
    <dgm:pt modelId="{D372137B-FE61-4A34-960E-4DD51DC698A5}" type="pres">
      <dgm:prSet presAssocID="{5D718C71-6D30-43B7-B41C-A7C911718C0A}" presName="rootText" presStyleLbl="node2" presStyleIdx="1" presStyleCnt="3">
        <dgm:presLayoutVars>
          <dgm:chPref val="3"/>
        </dgm:presLayoutVars>
      </dgm:prSet>
      <dgm:spPr/>
    </dgm:pt>
    <dgm:pt modelId="{335AB2B3-9B03-44DA-B0AD-019A9B2C2780}" type="pres">
      <dgm:prSet presAssocID="{5D718C71-6D30-43B7-B41C-A7C911718C0A}" presName="rootConnector" presStyleLbl="node2" presStyleIdx="1" presStyleCnt="3"/>
      <dgm:spPr/>
    </dgm:pt>
    <dgm:pt modelId="{1B58D801-7FA5-4CE0-A892-A12ADF9F29FB}" type="pres">
      <dgm:prSet presAssocID="{5D718C71-6D30-43B7-B41C-A7C911718C0A}" presName="hierChild4" presStyleCnt="0"/>
      <dgm:spPr/>
    </dgm:pt>
    <dgm:pt modelId="{5B8EC443-5429-4016-B2A5-B8DBB5EA32A8}" type="pres">
      <dgm:prSet presAssocID="{5D718C71-6D30-43B7-B41C-A7C911718C0A}" presName="hierChild5" presStyleCnt="0"/>
      <dgm:spPr/>
    </dgm:pt>
    <dgm:pt modelId="{82001395-55CE-4D2C-B678-AE864773E988}" type="pres">
      <dgm:prSet presAssocID="{4539B784-BA41-4EA4-8909-71D2157C1353}" presName="Name37" presStyleLbl="parChTrans1D2" presStyleIdx="2" presStyleCnt="3"/>
      <dgm:spPr/>
    </dgm:pt>
    <dgm:pt modelId="{2AB80949-6275-4BB9-9BCB-C0A352376F3A}" type="pres">
      <dgm:prSet presAssocID="{16E22562-0F58-49CC-9AB6-7F802263395C}" presName="hierRoot2" presStyleCnt="0">
        <dgm:presLayoutVars>
          <dgm:hierBranch val="init"/>
        </dgm:presLayoutVars>
      </dgm:prSet>
      <dgm:spPr/>
    </dgm:pt>
    <dgm:pt modelId="{1E433051-07AE-4DE0-942B-FCDB625ACF4F}" type="pres">
      <dgm:prSet presAssocID="{16E22562-0F58-49CC-9AB6-7F802263395C}" presName="rootComposite" presStyleCnt="0"/>
      <dgm:spPr/>
    </dgm:pt>
    <dgm:pt modelId="{6AF41229-89E7-4B7B-8E0D-1A5A73EEA70D}" type="pres">
      <dgm:prSet presAssocID="{16E22562-0F58-49CC-9AB6-7F802263395C}" presName="rootText" presStyleLbl="node2" presStyleIdx="2" presStyleCnt="3">
        <dgm:presLayoutVars>
          <dgm:chPref val="3"/>
        </dgm:presLayoutVars>
      </dgm:prSet>
      <dgm:spPr/>
    </dgm:pt>
    <dgm:pt modelId="{91EF0E5B-26DE-4743-8BCF-57116AD78603}" type="pres">
      <dgm:prSet presAssocID="{16E22562-0F58-49CC-9AB6-7F802263395C}" presName="rootConnector" presStyleLbl="node2" presStyleIdx="2" presStyleCnt="3"/>
      <dgm:spPr/>
    </dgm:pt>
    <dgm:pt modelId="{D9D36AEA-7DC3-4D5E-93CC-BF1581CDD175}" type="pres">
      <dgm:prSet presAssocID="{16E22562-0F58-49CC-9AB6-7F802263395C}" presName="hierChild4" presStyleCnt="0"/>
      <dgm:spPr/>
    </dgm:pt>
    <dgm:pt modelId="{3568BFD6-949E-40B9-830E-9FA98F094495}" type="pres">
      <dgm:prSet presAssocID="{16E22562-0F58-49CC-9AB6-7F802263395C}" presName="hierChild5" presStyleCnt="0"/>
      <dgm:spPr/>
    </dgm:pt>
    <dgm:pt modelId="{DB198ACC-170F-4D1F-BAC7-BB4D2E43641B}" type="pres">
      <dgm:prSet presAssocID="{57E8AF18-65C4-43D3-A625-93D82B496E0E}" presName="hierChild3" presStyleCnt="0"/>
      <dgm:spPr/>
    </dgm:pt>
  </dgm:ptLst>
  <dgm:cxnLst>
    <dgm:cxn modelId="{FB07FA17-6D5C-4DDD-AB70-505A00DBFA28}" type="presOf" srcId="{434F3D13-1897-4056-8B9D-04B3DEAAB7EA}" destId="{1457B5B3-3CF5-425E-A091-09F54A6F9E32}" srcOrd="0" destOrd="0" presId="urn:microsoft.com/office/officeart/2005/8/layout/orgChart1"/>
    <dgm:cxn modelId="{E88B2119-1B6A-41CD-9C59-2F44451F038A}" type="presOf" srcId="{16E22562-0F58-49CC-9AB6-7F802263395C}" destId="{91EF0E5B-26DE-4743-8BCF-57116AD78603}" srcOrd="1" destOrd="0" presId="urn:microsoft.com/office/officeart/2005/8/layout/orgChart1"/>
    <dgm:cxn modelId="{B2468224-5575-4DAF-B2F8-93F41C8CCD17}" type="presOf" srcId="{57E8AF18-65C4-43D3-A625-93D82B496E0E}" destId="{B0FA9486-692A-4EC0-ABFC-3919EC22D86E}" srcOrd="1" destOrd="0" presId="urn:microsoft.com/office/officeart/2005/8/layout/orgChart1"/>
    <dgm:cxn modelId="{0752F53C-9760-409F-9183-695BF15AEB7F}" type="presOf" srcId="{57E8AF18-65C4-43D3-A625-93D82B496E0E}" destId="{5A04DDB0-BD87-4720-99B6-5D6D69B72C4F}" srcOrd="0" destOrd="0" presId="urn:microsoft.com/office/officeart/2005/8/layout/orgChart1"/>
    <dgm:cxn modelId="{D4F90D40-797F-4C27-BB30-284E4B3FC63D}" type="presOf" srcId="{AFA84ABF-735D-4C08-8F69-D200D86EBD49}" destId="{5BFD2374-AB10-4B11-9916-BDAE567E5932}" srcOrd="0" destOrd="0" presId="urn:microsoft.com/office/officeart/2005/8/layout/orgChart1"/>
    <dgm:cxn modelId="{3519B742-8BF7-4EC3-997F-158A25EBADBE}" srcId="{57E8AF18-65C4-43D3-A625-93D82B496E0E}" destId="{16E22562-0F58-49CC-9AB6-7F802263395C}" srcOrd="2" destOrd="0" parTransId="{4539B784-BA41-4EA4-8909-71D2157C1353}" sibTransId="{30FF7CFC-C976-41B7-83ED-15D543AA2BEC}"/>
    <dgm:cxn modelId="{77AE8472-7C4F-460B-BEC7-7617F7D0DF0A}" type="presOf" srcId="{5D718C71-6D30-43B7-B41C-A7C911718C0A}" destId="{335AB2B3-9B03-44DA-B0AD-019A9B2C2780}" srcOrd="1" destOrd="0" presId="urn:microsoft.com/office/officeart/2005/8/layout/orgChart1"/>
    <dgm:cxn modelId="{ED963786-8772-4B39-AF36-7A17CAFB072D}" type="presOf" srcId="{4539B784-BA41-4EA4-8909-71D2157C1353}" destId="{82001395-55CE-4D2C-B678-AE864773E988}" srcOrd="0" destOrd="0" presId="urn:microsoft.com/office/officeart/2005/8/layout/orgChart1"/>
    <dgm:cxn modelId="{E856F493-B6F8-4F78-B81E-1CDC8D1F574F}" type="presOf" srcId="{A0E8A5B6-F1D0-47FD-8580-89CF7A879601}" destId="{D686164C-DC68-4CE6-8738-5B4C3E1227AD}" srcOrd="0" destOrd="0" presId="urn:microsoft.com/office/officeart/2005/8/layout/orgChart1"/>
    <dgm:cxn modelId="{01E2FC9F-7306-4DA6-8825-F3EF7FBFC681}" type="presOf" srcId="{5D718C71-6D30-43B7-B41C-A7C911718C0A}" destId="{D372137B-FE61-4A34-960E-4DD51DC698A5}" srcOrd="0" destOrd="0" presId="urn:microsoft.com/office/officeart/2005/8/layout/orgChart1"/>
    <dgm:cxn modelId="{C96302BD-1255-49E5-82BE-2856DB3226D9}" type="presOf" srcId="{16E22562-0F58-49CC-9AB6-7F802263395C}" destId="{6AF41229-89E7-4B7B-8E0D-1A5A73EEA70D}" srcOrd="0" destOrd="0" presId="urn:microsoft.com/office/officeart/2005/8/layout/orgChart1"/>
    <dgm:cxn modelId="{D134E8BD-98F9-4FB3-9793-4807C88D7DDB}" srcId="{57E8AF18-65C4-43D3-A625-93D82B496E0E}" destId="{4EAB7483-ACDC-4369-A542-B0F39BEFB2CC}" srcOrd="0" destOrd="0" parTransId="{434F3D13-1897-4056-8B9D-04B3DEAAB7EA}" sibTransId="{5D48DD80-2365-4678-B50D-6C9D19240D41}"/>
    <dgm:cxn modelId="{D2CA0ACA-A20A-45A4-B31D-63DEDFFAD8A1}" type="presOf" srcId="{4EAB7483-ACDC-4369-A542-B0F39BEFB2CC}" destId="{FC1B026A-226C-4C49-A4ED-AEA5EAC3CF97}" srcOrd="1" destOrd="0" presId="urn:microsoft.com/office/officeart/2005/8/layout/orgChart1"/>
    <dgm:cxn modelId="{AD8E9FD0-1680-4CF5-BADB-DB882E7288F9}" srcId="{57E8AF18-65C4-43D3-A625-93D82B496E0E}" destId="{5D718C71-6D30-43B7-B41C-A7C911718C0A}" srcOrd="1" destOrd="0" parTransId="{A0E8A5B6-F1D0-47FD-8580-89CF7A879601}" sibTransId="{6918ECE8-A919-4469-AFA9-1300B5E8B513}"/>
    <dgm:cxn modelId="{853921DC-B35F-4C96-A942-CB01304198D4}" type="presOf" srcId="{4EAB7483-ACDC-4369-A542-B0F39BEFB2CC}" destId="{85418F6D-7EF9-4D1F-9139-E3E83E2EB0B6}" srcOrd="0" destOrd="0" presId="urn:microsoft.com/office/officeart/2005/8/layout/orgChart1"/>
    <dgm:cxn modelId="{A537C0F3-E646-4558-BA7C-2995523AFE38}" srcId="{AFA84ABF-735D-4C08-8F69-D200D86EBD49}" destId="{57E8AF18-65C4-43D3-A625-93D82B496E0E}" srcOrd="0" destOrd="0" parTransId="{7A9B1925-3599-40B5-99FB-E432F5D0CF26}" sibTransId="{309140C6-FFE1-4553-9F36-AE290F231571}"/>
    <dgm:cxn modelId="{7C8C1649-94FA-42F5-9794-0AE4680991B3}" type="presParOf" srcId="{5BFD2374-AB10-4B11-9916-BDAE567E5932}" destId="{535BFAE6-7A4C-406A-B701-56F0027983F4}" srcOrd="0" destOrd="0" presId="urn:microsoft.com/office/officeart/2005/8/layout/orgChart1"/>
    <dgm:cxn modelId="{28DDAE9B-3E87-43A6-B582-A84AB466785B}" type="presParOf" srcId="{535BFAE6-7A4C-406A-B701-56F0027983F4}" destId="{04DFD78A-EDC4-438A-8E3D-547AB661AD47}" srcOrd="0" destOrd="0" presId="urn:microsoft.com/office/officeart/2005/8/layout/orgChart1"/>
    <dgm:cxn modelId="{8D26C1F0-2FEE-49DE-9CD1-B0EFD019A10D}" type="presParOf" srcId="{04DFD78A-EDC4-438A-8E3D-547AB661AD47}" destId="{5A04DDB0-BD87-4720-99B6-5D6D69B72C4F}" srcOrd="0" destOrd="0" presId="urn:microsoft.com/office/officeart/2005/8/layout/orgChart1"/>
    <dgm:cxn modelId="{AB5F4B67-E7E4-42E2-9F08-8B8F8F62D8E4}" type="presParOf" srcId="{04DFD78A-EDC4-438A-8E3D-547AB661AD47}" destId="{B0FA9486-692A-4EC0-ABFC-3919EC22D86E}" srcOrd="1" destOrd="0" presId="urn:microsoft.com/office/officeart/2005/8/layout/orgChart1"/>
    <dgm:cxn modelId="{218A6D95-B197-4F34-A6CF-65E74373F418}" type="presParOf" srcId="{535BFAE6-7A4C-406A-B701-56F0027983F4}" destId="{45A39843-25D3-4A6C-9022-CA3F1FAD2FEB}" srcOrd="1" destOrd="0" presId="urn:microsoft.com/office/officeart/2005/8/layout/orgChart1"/>
    <dgm:cxn modelId="{C6F8C7DF-0411-4597-BA96-2612015FFF75}" type="presParOf" srcId="{45A39843-25D3-4A6C-9022-CA3F1FAD2FEB}" destId="{1457B5B3-3CF5-425E-A091-09F54A6F9E32}" srcOrd="0" destOrd="0" presId="urn:microsoft.com/office/officeart/2005/8/layout/orgChart1"/>
    <dgm:cxn modelId="{DAFC2789-F8E7-40B2-8DA9-507078A1A6DA}" type="presParOf" srcId="{45A39843-25D3-4A6C-9022-CA3F1FAD2FEB}" destId="{6BACC2B8-4B7C-4A6F-86BD-A12C829073EA}" srcOrd="1" destOrd="0" presId="urn:microsoft.com/office/officeart/2005/8/layout/orgChart1"/>
    <dgm:cxn modelId="{C4F774E4-46F3-43FE-BD17-673E7DF3FB74}" type="presParOf" srcId="{6BACC2B8-4B7C-4A6F-86BD-A12C829073EA}" destId="{8A2BF33F-B7D2-4AB0-87AA-4F0C882119D2}" srcOrd="0" destOrd="0" presId="urn:microsoft.com/office/officeart/2005/8/layout/orgChart1"/>
    <dgm:cxn modelId="{A5606D1B-9D29-42AF-B528-79803C6F022E}" type="presParOf" srcId="{8A2BF33F-B7D2-4AB0-87AA-4F0C882119D2}" destId="{85418F6D-7EF9-4D1F-9139-E3E83E2EB0B6}" srcOrd="0" destOrd="0" presId="urn:microsoft.com/office/officeart/2005/8/layout/orgChart1"/>
    <dgm:cxn modelId="{490A6113-817F-4308-A968-113337C246A0}" type="presParOf" srcId="{8A2BF33F-B7D2-4AB0-87AA-4F0C882119D2}" destId="{FC1B026A-226C-4C49-A4ED-AEA5EAC3CF97}" srcOrd="1" destOrd="0" presId="urn:microsoft.com/office/officeart/2005/8/layout/orgChart1"/>
    <dgm:cxn modelId="{61DFF692-31F4-45B3-B2E3-488A7C4A4730}" type="presParOf" srcId="{6BACC2B8-4B7C-4A6F-86BD-A12C829073EA}" destId="{133F633A-FF57-4FFF-ABAC-F733A3EB3A1B}" srcOrd="1" destOrd="0" presId="urn:microsoft.com/office/officeart/2005/8/layout/orgChart1"/>
    <dgm:cxn modelId="{84AF2885-7847-499B-B1CB-9DE8CB37AFF3}" type="presParOf" srcId="{6BACC2B8-4B7C-4A6F-86BD-A12C829073EA}" destId="{0B22916E-52AE-40F1-986B-07469F4DE73C}" srcOrd="2" destOrd="0" presId="urn:microsoft.com/office/officeart/2005/8/layout/orgChart1"/>
    <dgm:cxn modelId="{E9579F49-53B7-4511-9489-3698EE99122A}" type="presParOf" srcId="{45A39843-25D3-4A6C-9022-CA3F1FAD2FEB}" destId="{D686164C-DC68-4CE6-8738-5B4C3E1227AD}" srcOrd="2" destOrd="0" presId="urn:microsoft.com/office/officeart/2005/8/layout/orgChart1"/>
    <dgm:cxn modelId="{3DCCB650-42E9-4B49-ABD9-0B68355B6CF1}" type="presParOf" srcId="{45A39843-25D3-4A6C-9022-CA3F1FAD2FEB}" destId="{19AEC2C2-FCA3-41DF-8433-ED3E86E91B11}" srcOrd="3" destOrd="0" presId="urn:microsoft.com/office/officeart/2005/8/layout/orgChart1"/>
    <dgm:cxn modelId="{560C1108-84A5-4A17-884A-06D4027AC15A}" type="presParOf" srcId="{19AEC2C2-FCA3-41DF-8433-ED3E86E91B11}" destId="{714BBFD0-CB76-44A2-97EB-B23FA8032F75}" srcOrd="0" destOrd="0" presId="urn:microsoft.com/office/officeart/2005/8/layout/orgChart1"/>
    <dgm:cxn modelId="{68C460C1-943D-4005-B376-A9B3C0EA839D}" type="presParOf" srcId="{714BBFD0-CB76-44A2-97EB-B23FA8032F75}" destId="{D372137B-FE61-4A34-960E-4DD51DC698A5}" srcOrd="0" destOrd="0" presId="urn:microsoft.com/office/officeart/2005/8/layout/orgChart1"/>
    <dgm:cxn modelId="{9280258D-3B9F-4DCC-BC04-112B5123BC41}" type="presParOf" srcId="{714BBFD0-CB76-44A2-97EB-B23FA8032F75}" destId="{335AB2B3-9B03-44DA-B0AD-019A9B2C2780}" srcOrd="1" destOrd="0" presId="urn:microsoft.com/office/officeart/2005/8/layout/orgChart1"/>
    <dgm:cxn modelId="{AFC6192B-584B-402B-BB22-F6B8FFE9798C}" type="presParOf" srcId="{19AEC2C2-FCA3-41DF-8433-ED3E86E91B11}" destId="{1B58D801-7FA5-4CE0-A892-A12ADF9F29FB}" srcOrd="1" destOrd="0" presId="urn:microsoft.com/office/officeart/2005/8/layout/orgChart1"/>
    <dgm:cxn modelId="{1776AA50-425E-45E0-AC68-C78E03C2EB87}" type="presParOf" srcId="{19AEC2C2-FCA3-41DF-8433-ED3E86E91B11}" destId="{5B8EC443-5429-4016-B2A5-B8DBB5EA32A8}" srcOrd="2" destOrd="0" presId="urn:microsoft.com/office/officeart/2005/8/layout/orgChart1"/>
    <dgm:cxn modelId="{7101F64A-382E-4929-87C7-29C4AD504564}" type="presParOf" srcId="{45A39843-25D3-4A6C-9022-CA3F1FAD2FEB}" destId="{82001395-55CE-4D2C-B678-AE864773E988}" srcOrd="4" destOrd="0" presId="urn:microsoft.com/office/officeart/2005/8/layout/orgChart1"/>
    <dgm:cxn modelId="{71AE4154-3573-46A5-A3F0-6C07DC4DDB0C}" type="presParOf" srcId="{45A39843-25D3-4A6C-9022-CA3F1FAD2FEB}" destId="{2AB80949-6275-4BB9-9BCB-C0A352376F3A}" srcOrd="5" destOrd="0" presId="urn:microsoft.com/office/officeart/2005/8/layout/orgChart1"/>
    <dgm:cxn modelId="{1E172034-595B-4BA2-A529-59218A55F530}" type="presParOf" srcId="{2AB80949-6275-4BB9-9BCB-C0A352376F3A}" destId="{1E433051-07AE-4DE0-942B-FCDB625ACF4F}" srcOrd="0" destOrd="0" presId="urn:microsoft.com/office/officeart/2005/8/layout/orgChart1"/>
    <dgm:cxn modelId="{B6188616-FB29-4719-8D0C-DC733986A243}" type="presParOf" srcId="{1E433051-07AE-4DE0-942B-FCDB625ACF4F}" destId="{6AF41229-89E7-4B7B-8E0D-1A5A73EEA70D}" srcOrd="0" destOrd="0" presId="urn:microsoft.com/office/officeart/2005/8/layout/orgChart1"/>
    <dgm:cxn modelId="{824124FB-E141-4849-B304-80B986B89804}" type="presParOf" srcId="{1E433051-07AE-4DE0-942B-FCDB625ACF4F}" destId="{91EF0E5B-26DE-4743-8BCF-57116AD78603}" srcOrd="1" destOrd="0" presId="urn:microsoft.com/office/officeart/2005/8/layout/orgChart1"/>
    <dgm:cxn modelId="{E55643A3-30BF-42F5-A60A-3A7B5DCD1525}" type="presParOf" srcId="{2AB80949-6275-4BB9-9BCB-C0A352376F3A}" destId="{D9D36AEA-7DC3-4D5E-93CC-BF1581CDD175}" srcOrd="1" destOrd="0" presId="urn:microsoft.com/office/officeart/2005/8/layout/orgChart1"/>
    <dgm:cxn modelId="{C7F32CCB-BCCD-43A2-8BC1-D4AE1652140C}" type="presParOf" srcId="{2AB80949-6275-4BB9-9BCB-C0A352376F3A}" destId="{3568BFD6-949E-40B9-830E-9FA98F094495}" srcOrd="2" destOrd="0" presId="urn:microsoft.com/office/officeart/2005/8/layout/orgChart1"/>
    <dgm:cxn modelId="{7CE48923-4207-4FC1-9B7F-09EA11EC9C08}" type="presParOf" srcId="{535BFAE6-7A4C-406A-B701-56F0027983F4}" destId="{DB198ACC-170F-4D1F-BAC7-BB4D2E43641B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B166529-B4E9-4086-A5ED-80F088CB3F04}" type="doc">
      <dgm:prSet loTypeId="urn:microsoft.com/office/officeart/2008/layout/HalfCircleOrganizationChart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C62E0D28-C6C9-4185-B97F-0B7E29EEA664}">
      <dgm:prSet phldrT="[Text]" custT="1"/>
      <dgm:spPr/>
      <dgm:t>
        <a:bodyPr/>
        <a:lstStyle/>
        <a:p>
          <a:pPr>
            <a:buNone/>
          </a:pPr>
          <a:r>
            <a:rPr lang="en-US" sz="11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System Actors</a:t>
          </a:r>
          <a:endParaRPr lang="en-US" sz="11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3B3F4C1-4670-4021-8C10-80BEA5009EA4}" type="parTrans" cxnId="{D2F8A268-9F2A-40E5-B646-BCDD040E94A1}">
      <dgm:prSet/>
      <dgm:spPr/>
      <dgm:t>
        <a:bodyPr/>
        <a:lstStyle/>
        <a:p>
          <a:endParaRPr lang="en-US" sz="160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BDB6451-0E94-46B3-9A56-8DF6F9E61055}" type="sibTrans" cxnId="{D2F8A268-9F2A-40E5-B646-BCDD040E94A1}">
      <dgm:prSet/>
      <dgm:spPr/>
      <dgm:t>
        <a:bodyPr/>
        <a:lstStyle/>
        <a:p>
          <a:endParaRPr lang="en-US" sz="160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EACBBB1-E593-4635-800A-E10DAA6F5AFE}">
      <dgm:prSet phldrT="[Text]" custT="1"/>
      <dgm:spPr/>
      <dgm:t>
        <a:bodyPr/>
        <a:lstStyle/>
        <a:p>
          <a:pPr>
            <a:buNone/>
          </a:pPr>
          <a:r>
            <a:rPr 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Registered User:</a:t>
          </a:r>
        </a:p>
      </dgm:t>
    </dgm:pt>
    <dgm:pt modelId="{EE136554-3A07-4A5B-A616-6A6ECF5706A3}" type="parTrans" cxnId="{9C4C6381-5FDB-4CF6-A4A6-E23F25698086}">
      <dgm:prSet/>
      <dgm:spPr/>
      <dgm:t>
        <a:bodyPr/>
        <a:lstStyle/>
        <a:p>
          <a:endParaRPr lang="en-US" sz="120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B5B7D25-FF60-4CA4-A4E0-02D128788B51}" type="sibTrans" cxnId="{9C4C6381-5FDB-4CF6-A4A6-E23F25698086}">
      <dgm:prSet/>
      <dgm:spPr/>
      <dgm:t>
        <a:bodyPr/>
        <a:lstStyle/>
        <a:p>
          <a:endParaRPr lang="en-US" sz="160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E759B71-30B3-4528-8309-A9F8ECC0C8A6}">
      <dgm:prSet phldrT="[Text]" custT="1"/>
      <dgm:spPr/>
      <dgm:t>
        <a:bodyPr/>
        <a:lstStyle/>
        <a:p>
          <a:r>
            <a:rPr 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Admin:</a:t>
          </a:r>
        </a:p>
      </dgm:t>
    </dgm:pt>
    <dgm:pt modelId="{024E3F40-863F-4FA1-AB8B-F46FB9D1AEC8}" type="parTrans" cxnId="{355FCC90-7309-4B9F-A121-ADDD0640C3D9}">
      <dgm:prSet/>
      <dgm:spPr/>
      <dgm:t>
        <a:bodyPr/>
        <a:lstStyle/>
        <a:p>
          <a:endParaRPr lang="en-US" sz="120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767293F-A32B-4C09-8F79-B31F2CAC43D6}" type="sibTrans" cxnId="{355FCC90-7309-4B9F-A121-ADDD0640C3D9}">
      <dgm:prSet/>
      <dgm:spPr/>
      <dgm:t>
        <a:bodyPr/>
        <a:lstStyle/>
        <a:p>
          <a:endParaRPr lang="en-US" sz="160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581AF12-A7ED-4938-A353-87798AF1923D}">
      <dgm:prSet phldrT="[Text]" custT="1"/>
      <dgm:spPr/>
      <dgm:t>
        <a:bodyPr/>
        <a:lstStyle/>
        <a:p>
          <a:pPr>
            <a:buNone/>
          </a:pPr>
          <a:r>
            <a:rPr 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Guest:</a:t>
          </a:r>
        </a:p>
      </dgm:t>
    </dgm:pt>
    <dgm:pt modelId="{A1315215-531F-4B7F-B9CC-80B7F88295F8}" type="parTrans" cxnId="{CE357F5B-0A7F-4A3E-9A4A-1F706D96F706}">
      <dgm:prSet/>
      <dgm:spPr/>
      <dgm:t>
        <a:bodyPr/>
        <a:lstStyle/>
        <a:p>
          <a:endParaRPr lang="en-US" sz="120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32922A5-C4DE-4CE2-84EE-CF228DA19870}" type="sibTrans" cxnId="{CE357F5B-0A7F-4A3E-9A4A-1F706D96F706}">
      <dgm:prSet/>
      <dgm:spPr/>
      <dgm:t>
        <a:bodyPr/>
        <a:lstStyle/>
        <a:p>
          <a:endParaRPr lang="en-US" sz="160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09F8F71-5B35-430C-B28C-85E8106C46FA}">
      <dgm:prSet phldrT="[Text]" phldr="0" custT="1"/>
      <dgm:spPr/>
      <dgm:t>
        <a:bodyPr/>
        <a:lstStyle/>
        <a:p>
          <a:pPr>
            <a:buNone/>
          </a:pPr>
          <a:r>
            <a:rPr 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Automated </a:t>
          </a:r>
          <a:r>
            <a:rPr lang="en-US" sz="11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System:</a:t>
          </a:r>
          <a:endParaRPr lang="en-US" sz="11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75E95B6-1B59-4A2B-882E-D078BE8CD4CE}" type="parTrans" cxnId="{331C4C58-BA22-4E59-935F-2550B47EEAAC}">
      <dgm:prSet/>
      <dgm:spPr/>
      <dgm:t>
        <a:bodyPr/>
        <a:lstStyle/>
        <a:p>
          <a:endParaRPr lang="en-US" sz="120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582366E-61FC-4F56-B658-321E4C45EC53}" type="sibTrans" cxnId="{331C4C58-BA22-4E59-935F-2550B47EEAAC}">
      <dgm:prSet/>
      <dgm:spPr/>
      <dgm:t>
        <a:bodyPr/>
        <a:lstStyle/>
        <a:p>
          <a:endParaRPr lang="en-US" sz="160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51C3BF1-FF1B-4F0C-B84A-A01265357B5A}" type="pres">
      <dgm:prSet presAssocID="{BB166529-B4E9-4086-A5ED-80F088CB3F04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EEF131D-2889-4631-9B76-1937B869A732}" type="pres">
      <dgm:prSet presAssocID="{C62E0D28-C6C9-4185-B97F-0B7E29EEA664}" presName="hierRoot1" presStyleCnt="0">
        <dgm:presLayoutVars>
          <dgm:hierBranch val="init"/>
        </dgm:presLayoutVars>
      </dgm:prSet>
      <dgm:spPr/>
    </dgm:pt>
    <dgm:pt modelId="{C8049EA0-8665-45D7-8ABD-F5544F478C0B}" type="pres">
      <dgm:prSet presAssocID="{C62E0D28-C6C9-4185-B97F-0B7E29EEA664}" presName="rootComposite1" presStyleCnt="0"/>
      <dgm:spPr/>
    </dgm:pt>
    <dgm:pt modelId="{315EA1C6-0DB1-4627-96F7-8E177D2E279B}" type="pres">
      <dgm:prSet presAssocID="{C62E0D28-C6C9-4185-B97F-0B7E29EEA664}" presName="rootText1" presStyleLbl="alignAcc1" presStyleIdx="0" presStyleCnt="0">
        <dgm:presLayoutVars>
          <dgm:chPref val="3"/>
        </dgm:presLayoutVars>
      </dgm:prSet>
      <dgm:spPr/>
    </dgm:pt>
    <dgm:pt modelId="{3B2733C2-619E-492B-BD06-5FE2084212C5}" type="pres">
      <dgm:prSet presAssocID="{C62E0D28-C6C9-4185-B97F-0B7E29EEA664}" presName="topArc1" presStyleLbl="parChTrans1D1" presStyleIdx="0" presStyleCnt="10"/>
      <dgm:spPr/>
    </dgm:pt>
    <dgm:pt modelId="{EB00C825-F751-44D3-8BE2-11D35B48872E}" type="pres">
      <dgm:prSet presAssocID="{C62E0D28-C6C9-4185-B97F-0B7E29EEA664}" presName="bottomArc1" presStyleLbl="parChTrans1D1" presStyleIdx="1" presStyleCnt="10"/>
      <dgm:spPr/>
    </dgm:pt>
    <dgm:pt modelId="{FCE4A950-16D6-4653-A547-57CB1719A04F}" type="pres">
      <dgm:prSet presAssocID="{C62E0D28-C6C9-4185-B97F-0B7E29EEA664}" presName="topConnNode1" presStyleLbl="node1" presStyleIdx="0" presStyleCnt="0"/>
      <dgm:spPr/>
    </dgm:pt>
    <dgm:pt modelId="{81D40368-D28E-4E70-A9D3-ABBEBAE08BB8}" type="pres">
      <dgm:prSet presAssocID="{C62E0D28-C6C9-4185-B97F-0B7E29EEA664}" presName="hierChild2" presStyleCnt="0"/>
      <dgm:spPr/>
    </dgm:pt>
    <dgm:pt modelId="{9F137911-A400-4E68-90FC-1B61C786B51D}" type="pres">
      <dgm:prSet presAssocID="{EE136554-3A07-4A5B-A616-6A6ECF5706A3}" presName="Name28" presStyleLbl="parChTrans1D2" presStyleIdx="0" presStyleCnt="4"/>
      <dgm:spPr/>
    </dgm:pt>
    <dgm:pt modelId="{88221800-8081-4089-9A75-526E7F1647D3}" type="pres">
      <dgm:prSet presAssocID="{1EACBBB1-E593-4635-800A-E10DAA6F5AFE}" presName="hierRoot2" presStyleCnt="0">
        <dgm:presLayoutVars>
          <dgm:hierBranch val="init"/>
        </dgm:presLayoutVars>
      </dgm:prSet>
      <dgm:spPr/>
    </dgm:pt>
    <dgm:pt modelId="{5E7E42F0-F39F-4DB1-A4DA-9E8D4368D1AB}" type="pres">
      <dgm:prSet presAssocID="{1EACBBB1-E593-4635-800A-E10DAA6F5AFE}" presName="rootComposite2" presStyleCnt="0"/>
      <dgm:spPr/>
    </dgm:pt>
    <dgm:pt modelId="{AAF4542D-7EAD-4401-ABE5-5E1B6B508609}" type="pres">
      <dgm:prSet presAssocID="{1EACBBB1-E593-4635-800A-E10DAA6F5AFE}" presName="rootText2" presStyleLbl="alignAcc1" presStyleIdx="0" presStyleCnt="0">
        <dgm:presLayoutVars>
          <dgm:chPref val="3"/>
        </dgm:presLayoutVars>
      </dgm:prSet>
      <dgm:spPr/>
    </dgm:pt>
    <dgm:pt modelId="{5F3305BA-3F86-482F-91F9-FE43D21BCC12}" type="pres">
      <dgm:prSet presAssocID="{1EACBBB1-E593-4635-800A-E10DAA6F5AFE}" presName="topArc2" presStyleLbl="parChTrans1D1" presStyleIdx="2" presStyleCnt="10"/>
      <dgm:spPr/>
    </dgm:pt>
    <dgm:pt modelId="{29D80F03-FD2B-4C36-9BEF-3935A8975616}" type="pres">
      <dgm:prSet presAssocID="{1EACBBB1-E593-4635-800A-E10DAA6F5AFE}" presName="bottomArc2" presStyleLbl="parChTrans1D1" presStyleIdx="3" presStyleCnt="10"/>
      <dgm:spPr/>
    </dgm:pt>
    <dgm:pt modelId="{24D1646F-2743-4322-985F-2483AB33C802}" type="pres">
      <dgm:prSet presAssocID="{1EACBBB1-E593-4635-800A-E10DAA6F5AFE}" presName="topConnNode2" presStyleLbl="node2" presStyleIdx="0" presStyleCnt="0"/>
      <dgm:spPr/>
    </dgm:pt>
    <dgm:pt modelId="{E7334EF8-0AA8-4096-A346-514DAEB4CB89}" type="pres">
      <dgm:prSet presAssocID="{1EACBBB1-E593-4635-800A-E10DAA6F5AFE}" presName="hierChild4" presStyleCnt="0"/>
      <dgm:spPr/>
    </dgm:pt>
    <dgm:pt modelId="{3446096C-D99B-46C8-A2EA-F0ACD4C4FF9A}" type="pres">
      <dgm:prSet presAssocID="{1EACBBB1-E593-4635-800A-E10DAA6F5AFE}" presName="hierChild5" presStyleCnt="0"/>
      <dgm:spPr/>
    </dgm:pt>
    <dgm:pt modelId="{A5F15C6B-9865-4607-82EB-3EED3C27D9E1}" type="pres">
      <dgm:prSet presAssocID="{024E3F40-863F-4FA1-AB8B-F46FB9D1AEC8}" presName="Name28" presStyleLbl="parChTrans1D2" presStyleIdx="1" presStyleCnt="4"/>
      <dgm:spPr/>
    </dgm:pt>
    <dgm:pt modelId="{BB2B674C-F749-417C-8B77-6F029988C09E}" type="pres">
      <dgm:prSet presAssocID="{BE759B71-30B3-4528-8309-A9F8ECC0C8A6}" presName="hierRoot2" presStyleCnt="0">
        <dgm:presLayoutVars>
          <dgm:hierBranch val="init"/>
        </dgm:presLayoutVars>
      </dgm:prSet>
      <dgm:spPr/>
    </dgm:pt>
    <dgm:pt modelId="{97CBEC88-88E4-488B-93EE-E342E760638E}" type="pres">
      <dgm:prSet presAssocID="{BE759B71-30B3-4528-8309-A9F8ECC0C8A6}" presName="rootComposite2" presStyleCnt="0"/>
      <dgm:spPr/>
    </dgm:pt>
    <dgm:pt modelId="{EC2D6423-293D-42B1-93AB-3F64205F1339}" type="pres">
      <dgm:prSet presAssocID="{BE759B71-30B3-4528-8309-A9F8ECC0C8A6}" presName="rootText2" presStyleLbl="alignAcc1" presStyleIdx="0" presStyleCnt="0">
        <dgm:presLayoutVars>
          <dgm:chPref val="3"/>
        </dgm:presLayoutVars>
      </dgm:prSet>
      <dgm:spPr/>
    </dgm:pt>
    <dgm:pt modelId="{F9F7A53A-7026-4E04-B470-96636C7CD65E}" type="pres">
      <dgm:prSet presAssocID="{BE759B71-30B3-4528-8309-A9F8ECC0C8A6}" presName="topArc2" presStyleLbl="parChTrans1D1" presStyleIdx="4" presStyleCnt="10"/>
      <dgm:spPr/>
    </dgm:pt>
    <dgm:pt modelId="{635D4529-3CAE-4D0F-A3B8-CA5FB9F5F099}" type="pres">
      <dgm:prSet presAssocID="{BE759B71-30B3-4528-8309-A9F8ECC0C8A6}" presName="bottomArc2" presStyleLbl="parChTrans1D1" presStyleIdx="5" presStyleCnt="10"/>
      <dgm:spPr/>
    </dgm:pt>
    <dgm:pt modelId="{52DB1DF1-4E88-4523-B3B5-08953FC83BB5}" type="pres">
      <dgm:prSet presAssocID="{BE759B71-30B3-4528-8309-A9F8ECC0C8A6}" presName="topConnNode2" presStyleLbl="node2" presStyleIdx="0" presStyleCnt="0"/>
      <dgm:spPr/>
    </dgm:pt>
    <dgm:pt modelId="{C3CE44E5-A243-4068-86D3-E5EC1A8B644D}" type="pres">
      <dgm:prSet presAssocID="{BE759B71-30B3-4528-8309-A9F8ECC0C8A6}" presName="hierChild4" presStyleCnt="0"/>
      <dgm:spPr/>
    </dgm:pt>
    <dgm:pt modelId="{0C0594B3-0ECF-47CB-8546-77B912CB7A0D}" type="pres">
      <dgm:prSet presAssocID="{BE759B71-30B3-4528-8309-A9F8ECC0C8A6}" presName="hierChild5" presStyleCnt="0"/>
      <dgm:spPr/>
    </dgm:pt>
    <dgm:pt modelId="{A1ACA11E-ED89-41EE-8D9A-5579467C9519}" type="pres">
      <dgm:prSet presAssocID="{A1315215-531F-4B7F-B9CC-80B7F88295F8}" presName="Name28" presStyleLbl="parChTrans1D2" presStyleIdx="2" presStyleCnt="4"/>
      <dgm:spPr/>
    </dgm:pt>
    <dgm:pt modelId="{005CC31E-3BD7-482F-85D2-209089080505}" type="pres">
      <dgm:prSet presAssocID="{C581AF12-A7ED-4938-A353-87798AF1923D}" presName="hierRoot2" presStyleCnt="0">
        <dgm:presLayoutVars>
          <dgm:hierBranch val="init"/>
        </dgm:presLayoutVars>
      </dgm:prSet>
      <dgm:spPr/>
    </dgm:pt>
    <dgm:pt modelId="{0969B594-F408-415B-B117-E2FA88402573}" type="pres">
      <dgm:prSet presAssocID="{C581AF12-A7ED-4938-A353-87798AF1923D}" presName="rootComposite2" presStyleCnt="0"/>
      <dgm:spPr/>
    </dgm:pt>
    <dgm:pt modelId="{D9EB6E78-EF6A-4456-BCBF-90FF840D1CF3}" type="pres">
      <dgm:prSet presAssocID="{C581AF12-A7ED-4938-A353-87798AF1923D}" presName="rootText2" presStyleLbl="alignAcc1" presStyleIdx="0" presStyleCnt="0">
        <dgm:presLayoutVars>
          <dgm:chPref val="3"/>
        </dgm:presLayoutVars>
      </dgm:prSet>
      <dgm:spPr/>
    </dgm:pt>
    <dgm:pt modelId="{D8C72586-BD65-49A3-A4FC-3C14C9A54482}" type="pres">
      <dgm:prSet presAssocID="{C581AF12-A7ED-4938-A353-87798AF1923D}" presName="topArc2" presStyleLbl="parChTrans1D1" presStyleIdx="6" presStyleCnt="10"/>
      <dgm:spPr/>
    </dgm:pt>
    <dgm:pt modelId="{2D546513-6190-4467-950A-FF53836554FB}" type="pres">
      <dgm:prSet presAssocID="{C581AF12-A7ED-4938-A353-87798AF1923D}" presName="bottomArc2" presStyleLbl="parChTrans1D1" presStyleIdx="7" presStyleCnt="10"/>
      <dgm:spPr/>
    </dgm:pt>
    <dgm:pt modelId="{FAC9F35F-12C0-4D43-A267-6554B8F0A3DA}" type="pres">
      <dgm:prSet presAssocID="{C581AF12-A7ED-4938-A353-87798AF1923D}" presName="topConnNode2" presStyleLbl="node2" presStyleIdx="0" presStyleCnt="0"/>
      <dgm:spPr/>
    </dgm:pt>
    <dgm:pt modelId="{B140CDC3-EE63-4A18-AC03-D803F205DD18}" type="pres">
      <dgm:prSet presAssocID="{C581AF12-A7ED-4938-A353-87798AF1923D}" presName="hierChild4" presStyleCnt="0"/>
      <dgm:spPr/>
    </dgm:pt>
    <dgm:pt modelId="{B4D44321-81DF-4810-8338-1209E08A1E7C}" type="pres">
      <dgm:prSet presAssocID="{C581AF12-A7ED-4938-A353-87798AF1923D}" presName="hierChild5" presStyleCnt="0"/>
      <dgm:spPr/>
    </dgm:pt>
    <dgm:pt modelId="{45EE542B-68A0-4477-929F-1E6C15F37C88}" type="pres">
      <dgm:prSet presAssocID="{D75E95B6-1B59-4A2B-882E-D078BE8CD4CE}" presName="Name28" presStyleLbl="parChTrans1D2" presStyleIdx="3" presStyleCnt="4"/>
      <dgm:spPr/>
    </dgm:pt>
    <dgm:pt modelId="{00E6D60A-CA7D-4C6E-90DF-31D90C81C2B8}" type="pres">
      <dgm:prSet presAssocID="{909F8F71-5B35-430C-B28C-85E8106C46FA}" presName="hierRoot2" presStyleCnt="0">
        <dgm:presLayoutVars>
          <dgm:hierBranch val="init"/>
        </dgm:presLayoutVars>
      </dgm:prSet>
      <dgm:spPr/>
    </dgm:pt>
    <dgm:pt modelId="{7BFB6782-0C52-4882-B256-4FCEE6DEA7C5}" type="pres">
      <dgm:prSet presAssocID="{909F8F71-5B35-430C-B28C-85E8106C46FA}" presName="rootComposite2" presStyleCnt="0"/>
      <dgm:spPr/>
    </dgm:pt>
    <dgm:pt modelId="{E722E0A6-5080-43AB-A41C-9EFE04E7A17C}" type="pres">
      <dgm:prSet presAssocID="{909F8F71-5B35-430C-B28C-85E8106C46FA}" presName="rootText2" presStyleLbl="alignAcc1" presStyleIdx="0" presStyleCnt="0">
        <dgm:presLayoutVars>
          <dgm:chPref val="3"/>
        </dgm:presLayoutVars>
      </dgm:prSet>
      <dgm:spPr/>
    </dgm:pt>
    <dgm:pt modelId="{EFCB94C3-108D-4F86-851B-15E6EDC9F474}" type="pres">
      <dgm:prSet presAssocID="{909F8F71-5B35-430C-B28C-85E8106C46FA}" presName="topArc2" presStyleLbl="parChTrans1D1" presStyleIdx="8" presStyleCnt="10"/>
      <dgm:spPr/>
    </dgm:pt>
    <dgm:pt modelId="{8BFE11C8-D754-4FB1-B7BF-AA8FAB07FDE0}" type="pres">
      <dgm:prSet presAssocID="{909F8F71-5B35-430C-B28C-85E8106C46FA}" presName="bottomArc2" presStyleLbl="parChTrans1D1" presStyleIdx="9" presStyleCnt="10"/>
      <dgm:spPr/>
    </dgm:pt>
    <dgm:pt modelId="{12AF7A23-9484-4809-8B57-3AA9FD2F82CD}" type="pres">
      <dgm:prSet presAssocID="{909F8F71-5B35-430C-B28C-85E8106C46FA}" presName="topConnNode2" presStyleLbl="node2" presStyleIdx="0" presStyleCnt="0"/>
      <dgm:spPr/>
    </dgm:pt>
    <dgm:pt modelId="{F5B97A1E-0970-47DF-A661-4297E61C2DA7}" type="pres">
      <dgm:prSet presAssocID="{909F8F71-5B35-430C-B28C-85E8106C46FA}" presName="hierChild4" presStyleCnt="0"/>
      <dgm:spPr/>
    </dgm:pt>
    <dgm:pt modelId="{8BE40EE3-454B-42D4-BE4F-05B43C63D509}" type="pres">
      <dgm:prSet presAssocID="{909F8F71-5B35-430C-B28C-85E8106C46FA}" presName="hierChild5" presStyleCnt="0"/>
      <dgm:spPr/>
    </dgm:pt>
    <dgm:pt modelId="{AA2C26E6-0358-4D79-9618-44D92556C947}" type="pres">
      <dgm:prSet presAssocID="{C62E0D28-C6C9-4185-B97F-0B7E29EEA664}" presName="hierChild3" presStyleCnt="0"/>
      <dgm:spPr/>
    </dgm:pt>
  </dgm:ptLst>
  <dgm:cxnLst>
    <dgm:cxn modelId="{219E1B00-BB12-47B0-83D2-CC678FE165CD}" type="presOf" srcId="{1EACBBB1-E593-4635-800A-E10DAA6F5AFE}" destId="{24D1646F-2743-4322-985F-2483AB33C802}" srcOrd="1" destOrd="0" presId="urn:microsoft.com/office/officeart/2008/layout/HalfCircleOrganizationChart"/>
    <dgm:cxn modelId="{2EC2B803-F69A-435C-BE1B-C7E8346C709C}" type="presOf" srcId="{BB166529-B4E9-4086-A5ED-80F088CB3F04}" destId="{E51C3BF1-FF1B-4F0C-B84A-A01265357B5A}" srcOrd="0" destOrd="0" presId="urn:microsoft.com/office/officeart/2008/layout/HalfCircleOrganizationChart"/>
    <dgm:cxn modelId="{068F2C2F-8125-4285-B5C4-5D4101052266}" type="presOf" srcId="{C62E0D28-C6C9-4185-B97F-0B7E29EEA664}" destId="{315EA1C6-0DB1-4627-96F7-8E177D2E279B}" srcOrd="0" destOrd="0" presId="urn:microsoft.com/office/officeart/2008/layout/HalfCircleOrganizationChart"/>
    <dgm:cxn modelId="{72E78F3D-CC95-48A1-B5CF-5C3B878F3A9F}" type="presOf" srcId="{A1315215-531F-4B7F-B9CC-80B7F88295F8}" destId="{A1ACA11E-ED89-41EE-8D9A-5579467C9519}" srcOrd="0" destOrd="0" presId="urn:microsoft.com/office/officeart/2008/layout/HalfCircleOrganizationChart"/>
    <dgm:cxn modelId="{CE357F5B-0A7F-4A3E-9A4A-1F706D96F706}" srcId="{C62E0D28-C6C9-4185-B97F-0B7E29EEA664}" destId="{C581AF12-A7ED-4938-A353-87798AF1923D}" srcOrd="2" destOrd="0" parTransId="{A1315215-531F-4B7F-B9CC-80B7F88295F8}" sibTransId="{D32922A5-C4DE-4CE2-84EE-CF228DA19870}"/>
    <dgm:cxn modelId="{D2F8A268-9F2A-40E5-B646-BCDD040E94A1}" srcId="{BB166529-B4E9-4086-A5ED-80F088CB3F04}" destId="{C62E0D28-C6C9-4185-B97F-0B7E29EEA664}" srcOrd="0" destOrd="0" parTransId="{83B3F4C1-4670-4021-8C10-80BEA5009EA4}" sibTransId="{ABDB6451-0E94-46B3-9A56-8DF6F9E61055}"/>
    <dgm:cxn modelId="{B66EBD49-4449-4957-929F-9E408C0E8590}" type="presOf" srcId="{EE136554-3A07-4A5B-A616-6A6ECF5706A3}" destId="{9F137911-A400-4E68-90FC-1B61C786B51D}" srcOrd="0" destOrd="0" presId="urn:microsoft.com/office/officeart/2008/layout/HalfCircleOrganizationChart"/>
    <dgm:cxn modelId="{05C6A24F-37CF-450E-98DD-A3DB1BE65902}" type="presOf" srcId="{024E3F40-863F-4FA1-AB8B-F46FB9D1AEC8}" destId="{A5F15C6B-9865-4607-82EB-3EED3C27D9E1}" srcOrd="0" destOrd="0" presId="urn:microsoft.com/office/officeart/2008/layout/HalfCircleOrganizationChart"/>
    <dgm:cxn modelId="{331C4C58-BA22-4E59-935F-2550B47EEAAC}" srcId="{C62E0D28-C6C9-4185-B97F-0B7E29EEA664}" destId="{909F8F71-5B35-430C-B28C-85E8106C46FA}" srcOrd="3" destOrd="0" parTransId="{D75E95B6-1B59-4A2B-882E-D078BE8CD4CE}" sibTransId="{5582366E-61FC-4F56-B658-321E4C45EC53}"/>
    <dgm:cxn modelId="{9C4C6381-5FDB-4CF6-A4A6-E23F25698086}" srcId="{C62E0D28-C6C9-4185-B97F-0B7E29EEA664}" destId="{1EACBBB1-E593-4635-800A-E10DAA6F5AFE}" srcOrd="0" destOrd="0" parTransId="{EE136554-3A07-4A5B-A616-6A6ECF5706A3}" sibTransId="{8B5B7D25-FF60-4CA4-A4E0-02D128788B51}"/>
    <dgm:cxn modelId="{2097708F-2FC4-4B2A-8506-34B824BFD252}" type="presOf" srcId="{BE759B71-30B3-4528-8309-A9F8ECC0C8A6}" destId="{52DB1DF1-4E88-4523-B3B5-08953FC83BB5}" srcOrd="1" destOrd="0" presId="urn:microsoft.com/office/officeart/2008/layout/HalfCircleOrganizationChart"/>
    <dgm:cxn modelId="{355FCC90-7309-4B9F-A121-ADDD0640C3D9}" srcId="{C62E0D28-C6C9-4185-B97F-0B7E29EEA664}" destId="{BE759B71-30B3-4528-8309-A9F8ECC0C8A6}" srcOrd="1" destOrd="0" parTransId="{024E3F40-863F-4FA1-AB8B-F46FB9D1AEC8}" sibTransId="{2767293F-A32B-4C09-8F79-B31F2CAC43D6}"/>
    <dgm:cxn modelId="{D5BF3BA7-35FE-4E5E-8FA1-0592E5476A84}" type="presOf" srcId="{909F8F71-5B35-430C-B28C-85E8106C46FA}" destId="{12AF7A23-9484-4809-8B57-3AA9FD2F82CD}" srcOrd="1" destOrd="0" presId="urn:microsoft.com/office/officeart/2008/layout/HalfCircleOrganizationChart"/>
    <dgm:cxn modelId="{E8D483C0-8F3A-488A-813D-6D9D780E9B6F}" type="presOf" srcId="{D75E95B6-1B59-4A2B-882E-D078BE8CD4CE}" destId="{45EE542B-68A0-4477-929F-1E6C15F37C88}" srcOrd="0" destOrd="0" presId="urn:microsoft.com/office/officeart/2008/layout/HalfCircleOrganizationChart"/>
    <dgm:cxn modelId="{00985AD8-28C4-4DA4-AA90-2483F5A0B067}" type="presOf" srcId="{1EACBBB1-E593-4635-800A-E10DAA6F5AFE}" destId="{AAF4542D-7EAD-4401-ABE5-5E1B6B508609}" srcOrd="0" destOrd="0" presId="urn:microsoft.com/office/officeart/2008/layout/HalfCircleOrganizationChart"/>
    <dgm:cxn modelId="{3DE159DB-48FA-4702-BCFC-215E8879BFB9}" type="presOf" srcId="{C581AF12-A7ED-4938-A353-87798AF1923D}" destId="{FAC9F35F-12C0-4D43-A267-6554B8F0A3DA}" srcOrd="1" destOrd="0" presId="urn:microsoft.com/office/officeart/2008/layout/HalfCircleOrganizationChart"/>
    <dgm:cxn modelId="{2C8DC9E0-B871-47D6-9D76-EB193745CE7F}" type="presOf" srcId="{BE759B71-30B3-4528-8309-A9F8ECC0C8A6}" destId="{EC2D6423-293D-42B1-93AB-3F64205F1339}" srcOrd="0" destOrd="0" presId="urn:microsoft.com/office/officeart/2008/layout/HalfCircleOrganizationChart"/>
    <dgm:cxn modelId="{6E7AC5E4-99D8-45E0-9782-6556E21B52D2}" type="presOf" srcId="{909F8F71-5B35-430C-B28C-85E8106C46FA}" destId="{E722E0A6-5080-43AB-A41C-9EFE04E7A17C}" srcOrd="0" destOrd="0" presId="urn:microsoft.com/office/officeart/2008/layout/HalfCircleOrganizationChart"/>
    <dgm:cxn modelId="{A275C5F1-F8F2-4895-8EE7-89D9B5B5EE89}" type="presOf" srcId="{C581AF12-A7ED-4938-A353-87798AF1923D}" destId="{D9EB6E78-EF6A-4456-BCBF-90FF840D1CF3}" srcOrd="0" destOrd="0" presId="urn:microsoft.com/office/officeart/2008/layout/HalfCircleOrganizationChart"/>
    <dgm:cxn modelId="{75FADCFE-EDF8-4155-BCD0-19AB4B153053}" type="presOf" srcId="{C62E0D28-C6C9-4185-B97F-0B7E29EEA664}" destId="{FCE4A950-16D6-4653-A547-57CB1719A04F}" srcOrd="1" destOrd="0" presId="urn:microsoft.com/office/officeart/2008/layout/HalfCircleOrganizationChart"/>
    <dgm:cxn modelId="{13ACD3F4-F96A-48BF-A3AA-E70F4EA08631}" type="presParOf" srcId="{E51C3BF1-FF1B-4F0C-B84A-A01265357B5A}" destId="{4EEF131D-2889-4631-9B76-1937B869A732}" srcOrd="0" destOrd="0" presId="urn:microsoft.com/office/officeart/2008/layout/HalfCircleOrganizationChart"/>
    <dgm:cxn modelId="{1AE431D2-3E1E-485D-B7E7-23A94E97B406}" type="presParOf" srcId="{4EEF131D-2889-4631-9B76-1937B869A732}" destId="{C8049EA0-8665-45D7-8ABD-F5544F478C0B}" srcOrd="0" destOrd="0" presId="urn:microsoft.com/office/officeart/2008/layout/HalfCircleOrganizationChart"/>
    <dgm:cxn modelId="{17270A4D-FDD4-41F3-8E17-397DDC54525D}" type="presParOf" srcId="{C8049EA0-8665-45D7-8ABD-F5544F478C0B}" destId="{315EA1C6-0DB1-4627-96F7-8E177D2E279B}" srcOrd="0" destOrd="0" presId="urn:microsoft.com/office/officeart/2008/layout/HalfCircleOrganizationChart"/>
    <dgm:cxn modelId="{278127C5-242E-4D10-B833-03F18AB5296A}" type="presParOf" srcId="{C8049EA0-8665-45D7-8ABD-F5544F478C0B}" destId="{3B2733C2-619E-492B-BD06-5FE2084212C5}" srcOrd="1" destOrd="0" presId="urn:microsoft.com/office/officeart/2008/layout/HalfCircleOrganizationChart"/>
    <dgm:cxn modelId="{E69A2DE0-192A-400B-9618-2DA8BFF1C175}" type="presParOf" srcId="{C8049EA0-8665-45D7-8ABD-F5544F478C0B}" destId="{EB00C825-F751-44D3-8BE2-11D35B48872E}" srcOrd="2" destOrd="0" presId="urn:microsoft.com/office/officeart/2008/layout/HalfCircleOrganizationChart"/>
    <dgm:cxn modelId="{4C777D21-E7AA-4023-B134-A7F287C8150C}" type="presParOf" srcId="{C8049EA0-8665-45D7-8ABD-F5544F478C0B}" destId="{FCE4A950-16D6-4653-A547-57CB1719A04F}" srcOrd="3" destOrd="0" presId="urn:microsoft.com/office/officeart/2008/layout/HalfCircleOrganizationChart"/>
    <dgm:cxn modelId="{1840689D-C853-413C-B0DE-3E8CBC0D5E55}" type="presParOf" srcId="{4EEF131D-2889-4631-9B76-1937B869A732}" destId="{81D40368-D28E-4E70-A9D3-ABBEBAE08BB8}" srcOrd="1" destOrd="0" presId="urn:microsoft.com/office/officeart/2008/layout/HalfCircleOrganizationChart"/>
    <dgm:cxn modelId="{8A259681-F05D-4DAB-B01E-9FE57EEE5B8E}" type="presParOf" srcId="{81D40368-D28E-4E70-A9D3-ABBEBAE08BB8}" destId="{9F137911-A400-4E68-90FC-1B61C786B51D}" srcOrd="0" destOrd="0" presId="urn:microsoft.com/office/officeart/2008/layout/HalfCircleOrganizationChart"/>
    <dgm:cxn modelId="{B67DAEEB-01F3-40B5-8F31-FDA761653501}" type="presParOf" srcId="{81D40368-D28E-4E70-A9D3-ABBEBAE08BB8}" destId="{88221800-8081-4089-9A75-526E7F1647D3}" srcOrd="1" destOrd="0" presId="urn:microsoft.com/office/officeart/2008/layout/HalfCircleOrganizationChart"/>
    <dgm:cxn modelId="{62A85ABD-91D5-4E97-AD20-D27A61EF263A}" type="presParOf" srcId="{88221800-8081-4089-9A75-526E7F1647D3}" destId="{5E7E42F0-F39F-4DB1-A4DA-9E8D4368D1AB}" srcOrd="0" destOrd="0" presId="urn:microsoft.com/office/officeart/2008/layout/HalfCircleOrganizationChart"/>
    <dgm:cxn modelId="{54E7910B-B3F7-4D97-85D7-EBEDE6915983}" type="presParOf" srcId="{5E7E42F0-F39F-4DB1-A4DA-9E8D4368D1AB}" destId="{AAF4542D-7EAD-4401-ABE5-5E1B6B508609}" srcOrd="0" destOrd="0" presId="urn:microsoft.com/office/officeart/2008/layout/HalfCircleOrganizationChart"/>
    <dgm:cxn modelId="{F8558722-F75E-45EF-B7FD-CAB10D28DD0B}" type="presParOf" srcId="{5E7E42F0-F39F-4DB1-A4DA-9E8D4368D1AB}" destId="{5F3305BA-3F86-482F-91F9-FE43D21BCC12}" srcOrd="1" destOrd="0" presId="urn:microsoft.com/office/officeart/2008/layout/HalfCircleOrganizationChart"/>
    <dgm:cxn modelId="{8FC42F05-469E-4AE9-99BC-9AB5E5CABEE7}" type="presParOf" srcId="{5E7E42F0-F39F-4DB1-A4DA-9E8D4368D1AB}" destId="{29D80F03-FD2B-4C36-9BEF-3935A8975616}" srcOrd="2" destOrd="0" presId="urn:microsoft.com/office/officeart/2008/layout/HalfCircleOrganizationChart"/>
    <dgm:cxn modelId="{97F41E7A-1E58-4A1F-AB58-96DC6F19402A}" type="presParOf" srcId="{5E7E42F0-F39F-4DB1-A4DA-9E8D4368D1AB}" destId="{24D1646F-2743-4322-985F-2483AB33C802}" srcOrd="3" destOrd="0" presId="urn:microsoft.com/office/officeart/2008/layout/HalfCircleOrganizationChart"/>
    <dgm:cxn modelId="{B3B582AA-2661-471F-8F82-2EB375B0A216}" type="presParOf" srcId="{88221800-8081-4089-9A75-526E7F1647D3}" destId="{E7334EF8-0AA8-4096-A346-514DAEB4CB89}" srcOrd="1" destOrd="0" presId="urn:microsoft.com/office/officeart/2008/layout/HalfCircleOrganizationChart"/>
    <dgm:cxn modelId="{6615DF34-C834-4973-983E-C5AF1725E01E}" type="presParOf" srcId="{88221800-8081-4089-9A75-526E7F1647D3}" destId="{3446096C-D99B-46C8-A2EA-F0ACD4C4FF9A}" srcOrd="2" destOrd="0" presId="urn:microsoft.com/office/officeart/2008/layout/HalfCircleOrganizationChart"/>
    <dgm:cxn modelId="{06F6F999-5D00-4D9F-8B45-4E3D03E168C7}" type="presParOf" srcId="{81D40368-D28E-4E70-A9D3-ABBEBAE08BB8}" destId="{A5F15C6B-9865-4607-82EB-3EED3C27D9E1}" srcOrd="2" destOrd="0" presId="urn:microsoft.com/office/officeart/2008/layout/HalfCircleOrganizationChart"/>
    <dgm:cxn modelId="{57CBF644-6C3F-4E95-BEF4-94ECAD8D1871}" type="presParOf" srcId="{81D40368-D28E-4E70-A9D3-ABBEBAE08BB8}" destId="{BB2B674C-F749-417C-8B77-6F029988C09E}" srcOrd="3" destOrd="0" presId="urn:microsoft.com/office/officeart/2008/layout/HalfCircleOrganizationChart"/>
    <dgm:cxn modelId="{429B53F7-2E5C-4E42-9A55-DEB908821205}" type="presParOf" srcId="{BB2B674C-F749-417C-8B77-6F029988C09E}" destId="{97CBEC88-88E4-488B-93EE-E342E760638E}" srcOrd="0" destOrd="0" presId="urn:microsoft.com/office/officeart/2008/layout/HalfCircleOrganizationChart"/>
    <dgm:cxn modelId="{B2736DF7-866B-4C2E-8DE8-F29B2436189D}" type="presParOf" srcId="{97CBEC88-88E4-488B-93EE-E342E760638E}" destId="{EC2D6423-293D-42B1-93AB-3F64205F1339}" srcOrd="0" destOrd="0" presId="urn:microsoft.com/office/officeart/2008/layout/HalfCircleOrganizationChart"/>
    <dgm:cxn modelId="{7E6F6D3C-CF4D-4BBC-A588-03200858CD75}" type="presParOf" srcId="{97CBEC88-88E4-488B-93EE-E342E760638E}" destId="{F9F7A53A-7026-4E04-B470-96636C7CD65E}" srcOrd="1" destOrd="0" presId="urn:microsoft.com/office/officeart/2008/layout/HalfCircleOrganizationChart"/>
    <dgm:cxn modelId="{6FFDE512-6C54-4065-B657-01A2FBC14666}" type="presParOf" srcId="{97CBEC88-88E4-488B-93EE-E342E760638E}" destId="{635D4529-3CAE-4D0F-A3B8-CA5FB9F5F099}" srcOrd="2" destOrd="0" presId="urn:microsoft.com/office/officeart/2008/layout/HalfCircleOrganizationChart"/>
    <dgm:cxn modelId="{BFABF534-E801-49AA-9028-282CC9DE4D1C}" type="presParOf" srcId="{97CBEC88-88E4-488B-93EE-E342E760638E}" destId="{52DB1DF1-4E88-4523-B3B5-08953FC83BB5}" srcOrd="3" destOrd="0" presId="urn:microsoft.com/office/officeart/2008/layout/HalfCircleOrganizationChart"/>
    <dgm:cxn modelId="{C1412EFD-136D-4880-B41C-38BAFE9A62B6}" type="presParOf" srcId="{BB2B674C-F749-417C-8B77-6F029988C09E}" destId="{C3CE44E5-A243-4068-86D3-E5EC1A8B644D}" srcOrd="1" destOrd="0" presId="urn:microsoft.com/office/officeart/2008/layout/HalfCircleOrganizationChart"/>
    <dgm:cxn modelId="{F98381BA-98A2-4633-A5C6-1864A2ADC177}" type="presParOf" srcId="{BB2B674C-F749-417C-8B77-6F029988C09E}" destId="{0C0594B3-0ECF-47CB-8546-77B912CB7A0D}" srcOrd="2" destOrd="0" presId="urn:microsoft.com/office/officeart/2008/layout/HalfCircleOrganizationChart"/>
    <dgm:cxn modelId="{C5CB8977-57AB-4D79-AE1F-8D1D7C566371}" type="presParOf" srcId="{81D40368-D28E-4E70-A9D3-ABBEBAE08BB8}" destId="{A1ACA11E-ED89-41EE-8D9A-5579467C9519}" srcOrd="4" destOrd="0" presId="urn:microsoft.com/office/officeart/2008/layout/HalfCircleOrganizationChart"/>
    <dgm:cxn modelId="{A9122649-7C8A-4846-B360-8E2DE0B6D4C0}" type="presParOf" srcId="{81D40368-D28E-4E70-A9D3-ABBEBAE08BB8}" destId="{005CC31E-3BD7-482F-85D2-209089080505}" srcOrd="5" destOrd="0" presId="urn:microsoft.com/office/officeart/2008/layout/HalfCircleOrganizationChart"/>
    <dgm:cxn modelId="{454434A0-8CC6-4F5B-AEBD-7E89AEF9B1A7}" type="presParOf" srcId="{005CC31E-3BD7-482F-85D2-209089080505}" destId="{0969B594-F408-415B-B117-E2FA88402573}" srcOrd="0" destOrd="0" presId="urn:microsoft.com/office/officeart/2008/layout/HalfCircleOrganizationChart"/>
    <dgm:cxn modelId="{FB98C300-3AEA-4126-AC06-29D682600ED9}" type="presParOf" srcId="{0969B594-F408-415B-B117-E2FA88402573}" destId="{D9EB6E78-EF6A-4456-BCBF-90FF840D1CF3}" srcOrd="0" destOrd="0" presId="urn:microsoft.com/office/officeart/2008/layout/HalfCircleOrganizationChart"/>
    <dgm:cxn modelId="{CF7661C4-E2C6-4A6A-80EE-F525CC507B29}" type="presParOf" srcId="{0969B594-F408-415B-B117-E2FA88402573}" destId="{D8C72586-BD65-49A3-A4FC-3C14C9A54482}" srcOrd="1" destOrd="0" presId="urn:microsoft.com/office/officeart/2008/layout/HalfCircleOrganizationChart"/>
    <dgm:cxn modelId="{6E062716-E48A-4CD0-B8E1-ACBE0EAC2944}" type="presParOf" srcId="{0969B594-F408-415B-B117-E2FA88402573}" destId="{2D546513-6190-4467-950A-FF53836554FB}" srcOrd="2" destOrd="0" presId="urn:microsoft.com/office/officeart/2008/layout/HalfCircleOrganizationChart"/>
    <dgm:cxn modelId="{B772F400-C8B3-4637-BB58-4303AF2C72DF}" type="presParOf" srcId="{0969B594-F408-415B-B117-E2FA88402573}" destId="{FAC9F35F-12C0-4D43-A267-6554B8F0A3DA}" srcOrd="3" destOrd="0" presId="urn:microsoft.com/office/officeart/2008/layout/HalfCircleOrganizationChart"/>
    <dgm:cxn modelId="{9F842E85-154D-4B43-93EA-857F5EA77410}" type="presParOf" srcId="{005CC31E-3BD7-482F-85D2-209089080505}" destId="{B140CDC3-EE63-4A18-AC03-D803F205DD18}" srcOrd="1" destOrd="0" presId="urn:microsoft.com/office/officeart/2008/layout/HalfCircleOrganizationChart"/>
    <dgm:cxn modelId="{3CA0A1C7-8DA1-435E-9BA8-3CF3C6B1EEAC}" type="presParOf" srcId="{005CC31E-3BD7-482F-85D2-209089080505}" destId="{B4D44321-81DF-4810-8338-1209E08A1E7C}" srcOrd="2" destOrd="0" presId="urn:microsoft.com/office/officeart/2008/layout/HalfCircleOrganizationChart"/>
    <dgm:cxn modelId="{A9350DB1-CF87-4209-89C2-79D58C742F70}" type="presParOf" srcId="{81D40368-D28E-4E70-A9D3-ABBEBAE08BB8}" destId="{45EE542B-68A0-4477-929F-1E6C15F37C88}" srcOrd="6" destOrd="0" presId="urn:microsoft.com/office/officeart/2008/layout/HalfCircleOrganizationChart"/>
    <dgm:cxn modelId="{A5BF54B1-FD76-4165-A1D3-B714C47FC9A6}" type="presParOf" srcId="{81D40368-D28E-4E70-A9D3-ABBEBAE08BB8}" destId="{00E6D60A-CA7D-4C6E-90DF-31D90C81C2B8}" srcOrd="7" destOrd="0" presId="urn:microsoft.com/office/officeart/2008/layout/HalfCircleOrganizationChart"/>
    <dgm:cxn modelId="{33B1147C-74FB-4C67-9685-BD8CE5095D9C}" type="presParOf" srcId="{00E6D60A-CA7D-4C6E-90DF-31D90C81C2B8}" destId="{7BFB6782-0C52-4882-B256-4FCEE6DEA7C5}" srcOrd="0" destOrd="0" presId="urn:microsoft.com/office/officeart/2008/layout/HalfCircleOrganizationChart"/>
    <dgm:cxn modelId="{37E21780-6062-4848-AA34-5EF21D9B4C27}" type="presParOf" srcId="{7BFB6782-0C52-4882-B256-4FCEE6DEA7C5}" destId="{E722E0A6-5080-43AB-A41C-9EFE04E7A17C}" srcOrd="0" destOrd="0" presId="urn:microsoft.com/office/officeart/2008/layout/HalfCircleOrganizationChart"/>
    <dgm:cxn modelId="{344F08A8-F200-4340-97BE-F366ADF3D7CC}" type="presParOf" srcId="{7BFB6782-0C52-4882-B256-4FCEE6DEA7C5}" destId="{EFCB94C3-108D-4F86-851B-15E6EDC9F474}" srcOrd="1" destOrd="0" presId="urn:microsoft.com/office/officeart/2008/layout/HalfCircleOrganizationChart"/>
    <dgm:cxn modelId="{397BE34E-BDBD-40E3-B1A2-7D02576D5E9E}" type="presParOf" srcId="{7BFB6782-0C52-4882-B256-4FCEE6DEA7C5}" destId="{8BFE11C8-D754-4FB1-B7BF-AA8FAB07FDE0}" srcOrd="2" destOrd="0" presId="urn:microsoft.com/office/officeart/2008/layout/HalfCircleOrganizationChart"/>
    <dgm:cxn modelId="{E0101804-0F07-45EB-AB65-40A957C7EA24}" type="presParOf" srcId="{7BFB6782-0C52-4882-B256-4FCEE6DEA7C5}" destId="{12AF7A23-9484-4809-8B57-3AA9FD2F82CD}" srcOrd="3" destOrd="0" presId="urn:microsoft.com/office/officeart/2008/layout/HalfCircleOrganizationChart"/>
    <dgm:cxn modelId="{E0AF0070-CF7E-4FE2-BAEC-0C301D279AEE}" type="presParOf" srcId="{00E6D60A-CA7D-4C6E-90DF-31D90C81C2B8}" destId="{F5B97A1E-0970-47DF-A661-4297E61C2DA7}" srcOrd="1" destOrd="0" presId="urn:microsoft.com/office/officeart/2008/layout/HalfCircleOrganizationChart"/>
    <dgm:cxn modelId="{5DCFC4BD-86F5-4C11-AE19-6563211A7262}" type="presParOf" srcId="{00E6D60A-CA7D-4C6E-90DF-31D90C81C2B8}" destId="{8BE40EE3-454B-42D4-BE4F-05B43C63D509}" srcOrd="2" destOrd="0" presId="urn:microsoft.com/office/officeart/2008/layout/HalfCircleOrganizationChart"/>
    <dgm:cxn modelId="{BB9BADA5-4372-4FF5-8517-44207CACD194}" type="presParOf" srcId="{4EEF131D-2889-4631-9B76-1937B869A732}" destId="{AA2C26E6-0358-4D79-9618-44D92556C947}" srcOrd="2" destOrd="0" presId="urn:microsoft.com/office/officeart/2008/layout/HalfCircleOrganization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FD1B60-40E9-40EE-8794-1620EB22FF8B}">
      <dsp:nvSpPr>
        <dsp:cNvPr id="0" name=""/>
        <dsp:cNvSpPr/>
      </dsp:nvSpPr>
      <dsp:spPr>
        <a:xfrm>
          <a:off x="0" y="302"/>
          <a:ext cx="3148082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40F4D5-E06A-47F3-8C98-E877FF601D0B}">
      <dsp:nvSpPr>
        <dsp:cNvPr id="0" name=""/>
        <dsp:cNvSpPr/>
      </dsp:nvSpPr>
      <dsp:spPr>
        <a:xfrm>
          <a:off x="0" y="302"/>
          <a:ext cx="3148082" cy="4948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schemeClr val="bg1">
                  <a:lumMod val="75000"/>
                </a:schemeClr>
              </a:solidFill>
            </a:rPr>
            <a:t>Project Foundations:</a:t>
          </a:r>
          <a:r>
            <a:rPr lang="en-US" sz="1100" kern="1200" dirty="0">
              <a:solidFill>
                <a:schemeClr val="bg1">
                  <a:lumMod val="75000"/>
                </a:schemeClr>
              </a:solidFill>
            </a:rPr>
            <a:t> Background, Problem Statement, User Story, and System Scope.</a:t>
          </a:r>
        </a:p>
      </dsp:txBody>
      <dsp:txXfrm>
        <a:off x="0" y="302"/>
        <a:ext cx="3148082" cy="494818"/>
      </dsp:txXfrm>
    </dsp:sp>
    <dsp:sp modelId="{1F7CFC10-185F-4014-8C2F-355D5AB9CC36}">
      <dsp:nvSpPr>
        <dsp:cNvPr id="0" name=""/>
        <dsp:cNvSpPr/>
      </dsp:nvSpPr>
      <dsp:spPr>
        <a:xfrm>
          <a:off x="0" y="495120"/>
          <a:ext cx="3148082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B2F640-BC8C-44ED-A0B7-9F5B2F9D621F}">
      <dsp:nvSpPr>
        <dsp:cNvPr id="0" name=""/>
        <dsp:cNvSpPr/>
      </dsp:nvSpPr>
      <dsp:spPr>
        <a:xfrm>
          <a:off x="0" y="495120"/>
          <a:ext cx="3148082" cy="4948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schemeClr val="bg1">
                  <a:lumMod val="75000"/>
                </a:schemeClr>
              </a:solidFill>
            </a:rPr>
            <a:t>Project Planning:</a:t>
          </a:r>
          <a:r>
            <a:rPr lang="en-US" sz="1100" kern="1200" dirty="0">
              <a:solidFill>
                <a:schemeClr val="bg1">
                  <a:lumMod val="75000"/>
                </a:schemeClr>
              </a:solidFill>
            </a:rPr>
            <a:t> Agile Timeline, Iterative Sprints, and Milestones.</a:t>
          </a:r>
        </a:p>
      </dsp:txBody>
      <dsp:txXfrm>
        <a:off x="0" y="495120"/>
        <a:ext cx="3148082" cy="494818"/>
      </dsp:txXfrm>
    </dsp:sp>
    <dsp:sp modelId="{C1396D9E-301D-48B8-B88F-F2C4BBA55F45}">
      <dsp:nvSpPr>
        <dsp:cNvPr id="0" name=""/>
        <dsp:cNvSpPr/>
      </dsp:nvSpPr>
      <dsp:spPr>
        <a:xfrm>
          <a:off x="0" y="989939"/>
          <a:ext cx="3148082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84D0B9-D560-43EC-B926-BCDDA4D1E813}">
      <dsp:nvSpPr>
        <dsp:cNvPr id="0" name=""/>
        <dsp:cNvSpPr/>
      </dsp:nvSpPr>
      <dsp:spPr>
        <a:xfrm>
          <a:off x="0" y="989939"/>
          <a:ext cx="3148082" cy="4948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schemeClr val="bg1">
                  <a:lumMod val="75000"/>
                </a:schemeClr>
              </a:solidFill>
            </a:rPr>
            <a:t>System Design &amp; UMLs:</a:t>
          </a:r>
          <a:r>
            <a:rPr lang="en-US" sz="1100" kern="1200" dirty="0">
              <a:solidFill>
                <a:schemeClr val="bg1">
                  <a:lumMod val="75000"/>
                </a:schemeClr>
              </a:solidFill>
            </a:rPr>
            <a:t> MVC Architecture, Database Integrity, Use Case, and Behavioral Diagrams.</a:t>
          </a:r>
        </a:p>
      </dsp:txBody>
      <dsp:txXfrm>
        <a:off x="0" y="989939"/>
        <a:ext cx="3148082" cy="494818"/>
      </dsp:txXfrm>
    </dsp:sp>
    <dsp:sp modelId="{334E145B-6F79-49BC-806E-A5D5C753591E}">
      <dsp:nvSpPr>
        <dsp:cNvPr id="0" name=""/>
        <dsp:cNvSpPr/>
      </dsp:nvSpPr>
      <dsp:spPr>
        <a:xfrm>
          <a:off x="0" y="1484758"/>
          <a:ext cx="3148082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9F2D62-C101-42C3-B0AF-D3931ABF0B75}">
      <dsp:nvSpPr>
        <dsp:cNvPr id="0" name=""/>
        <dsp:cNvSpPr/>
      </dsp:nvSpPr>
      <dsp:spPr>
        <a:xfrm>
          <a:off x="0" y="1484758"/>
          <a:ext cx="3148082" cy="4948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schemeClr val="bg1">
                  <a:lumMod val="75000"/>
                </a:schemeClr>
              </a:solidFill>
            </a:rPr>
            <a:t>Testing Approach &amp; Planning:</a:t>
          </a:r>
          <a:r>
            <a:rPr lang="en-US" sz="1100" kern="1200" dirty="0">
              <a:solidFill>
                <a:schemeClr val="bg1">
                  <a:lumMod val="75000"/>
                </a:schemeClr>
              </a:solidFill>
            </a:rPr>
            <a:t> Black-Box (Playwright Automation) and White-Box Strategies.</a:t>
          </a:r>
        </a:p>
      </dsp:txBody>
      <dsp:txXfrm>
        <a:off x="0" y="1484758"/>
        <a:ext cx="3148082" cy="494818"/>
      </dsp:txXfrm>
    </dsp:sp>
    <dsp:sp modelId="{4D66416B-FFD2-43F1-A3B6-D79C9EBDADDC}">
      <dsp:nvSpPr>
        <dsp:cNvPr id="0" name=""/>
        <dsp:cNvSpPr/>
      </dsp:nvSpPr>
      <dsp:spPr>
        <a:xfrm>
          <a:off x="0" y="1979577"/>
          <a:ext cx="3148082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69D8A8-2D26-450A-A520-5FB49044ECFF}">
      <dsp:nvSpPr>
        <dsp:cNvPr id="0" name=""/>
        <dsp:cNvSpPr/>
      </dsp:nvSpPr>
      <dsp:spPr>
        <a:xfrm>
          <a:off x="0" y="1979577"/>
          <a:ext cx="3148082" cy="4948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>
              <a:solidFill>
                <a:schemeClr val="bg1">
                  <a:lumMod val="75000"/>
                </a:schemeClr>
              </a:solidFill>
            </a:rPr>
            <a:t> </a:t>
          </a:r>
          <a:r>
            <a:rPr lang="en-US" sz="1100" b="1" kern="1200" dirty="0">
              <a:solidFill>
                <a:schemeClr val="bg1">
                  <a:lumMod val="75000"/>
                </a:schemeClr>
              </a:solidFill>
            </a:rPr>
            <a:t>Live Demo:</a:t>
          </a:r>
          <a:r>
            <a:rPr lang="en-US" sz="1100" kern="1200" dirty="0">
              <a:solidFill>
                <a:schemeClr val="bg1">
                  <a:lumMod val="75000"/>
                </a:schemeClr>
              </a:solidFill>
            </a:rPr>
            <a:t> System Execution, Security Evidences, and Key Module Walkthrough.</a:t>
          </a:r>
        </a:p>
      </dsp:txBody>
      <dsp:txXfrm>
        <a:off x="0" y="1979577"/>
        <a:ext cx="3148082" cy="4948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001395-55CE-4D2C-B678-AE864773E988}">
      <dsp:nvSpPr>
        <dsp:cNvPr id="0" name=""/>
        <dsp:cNvSpPr/>
      </dsp:nvSpPr>
      <dsp:spPr>
        <a:xfrm>
          <a:off x="2286000" y="1891650"/>
          <a:ext cx="1617361" cy="2806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0349"/>
              </a:lnTo>
              <a:lnTo>
                <a:pt x="1617361" y="140349"/>
              </a:lnTo>
              <a:lnTo>
                <a:pt x="1617361" y="280699"/>
              </a:lnTo>
            </a:path>
          </a:pathLst>
        </a:custGeom>
        <a:noFill/>
        <a:ln w="12700" cap="flat" cmpd="sng" algn="ctr">
          <a:solidFill>
            <a:schemeClr val="accent3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3">
            <a:shade val="15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dsp:style>
    </dsp:sp>
    <dsp:sp modelId="{D686164C-DC68-4CE6-8738-5B4C3E1227AD}">
      <dsp:nvSpPr>
        <dsp:cNvPr id="0" name=""/>
        <dsp:cNvSpPr/>
      </dsp:nvSpPr>
      <dsp:spPr>
        <a:xfrm>
          <a:off x="2240280" y="1891650"/>
          <a:ext cx="91440" cy="28069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80699"/>
              </a:lnTo>
            </a:path>
          </a:pathLst>
        </a:custGeom>
        <a:noFill/>
        <a:ln w="12700" cap="flat" cmpd="sng" algn="ctr">
          <a:solidFill>
            <a:schemeClr val="accent3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3">
            <a:shade val="15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dsp:style>
    </dsp:sp>
    <dsp:sp modelId="{1457B5B3-3CF5-425E-A091-09F54A6F9E32}">
      <dsp:nvSpPr>
        <dsp:cNvPr id="0" name=""/>
        <dsp:cNvSpPr/>
      </dsp:nvSpPr>
      <dsp:spPr>
        <a:xfrm>
          <a:off x="668638" y="1891650"/>
          <a:ext cx="1617361" cy="280699"/>
        </a:xfrm>
        <a:custGeom>
          <a:avLst/>
          <a:gdLst/>
          <a:ahLst/>
          <a:cxnLst/>
          <a:rect l="0" t="0" r="0" b="0"/>
          <a:pathLst>
            <a:path>
              <a:moveTo>
                <a:pt x="1617361" y="0"/>
              </a:moveTo>
              <a:lnTo>
                <a:pt x="1617361" y="140349"/>
              </a:lnTo>
              <a:lnTo>
                <a:pt x="0" y="140349"/>
              </a:lnTo>
              <a:lnTo>
                <a:pt x="0" y="280699"/>
              </a:lnTo>
            </a:path>
          </a:pathLst>
        </a:custGeom>
        <a:noFill/>
        <a:ln w="12700" cap="flat" cmpd="sng" algn="ctr">
          <a:solidFill>
            <a:schemeClr val="accent3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3">
            <a:shade val="15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dsp:style>
    </dsp:sp>
    <dsp:sp modelId="{5A04DDB0-BD87-4720-99B6-5D6D69B72C4F}">
      <dsp:nvSpPr>
        <dsp:cNvPr id="0" name=""/>
        <dsp:cNvSpPr/>
      </dsp:nvSpPr>
      <dsp:spPr>
        <a:xfrm>
          <a:off x="1617668" y="1223319"/>
          <a:ext cx="1336662" cy="668331"/>
        </a:xfrm>
        <a:prstGeom prst="rect">
          <a:avLst/>
        </a:prstGeom>
        <a:solidFill>
          <a:schemeClr val="accent3"/>
        </a:solidFill>
        <a:ln w="12700" cap="flat" cmpd="sng" algn="ctr">
          <a:solidFill>
            <a:schemeClr val="accent3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3">
            <a:shade val="15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  <a:latin typeface="Funnel Sans" pitchFamily="34" charset="0"/>
            </a:rPr>
            <a:t>Background</a:t>
          </a:r>
          <a:endParaRPr lang="en-US" sz="700" kern="1200" dirty="0">
            <a:solidFill>
              <a:schemeClr val="tx1"/>
            </a:solidFill>
          </a:endParaRPr>
        </a:p>
      </dsp:txBody>
      <dsp:txXfrm>
        <a:off x="1617668" y="1223319"/>
        <a:ext cx="1336662" cy="668331"/>
      </dsp:txXfrm>
    </dsp:sp>
    <dsp:sp modelId="{85418F6D-7EF9-4D1F-9139-E3E83E2EB0B6}">
      <dsp:nvSpPr>
        <dsp:cNvPr id="0" name=""/>
        <dsp:cNvSpPr/>
      </dsp:nvSpPr>
      <dsp:spPr>
        <a:xfrm>
          <a:off x="306" y="2172349"/>
          <a:ext cx="1336662" cy="668331"/>
        </a:xfrm>
        <a:prstGeom prst="rect">
          <a:avLst/>
        </a:prstGeom>
        <a:solidFill>
          <a:schemeClr val="accent3"/>
        </a:solidFill>
        <a:ln w="12700" cap="flat" cmpd="sng" algn="ctr">
          <a:solidFill>
            <a:schemeClr val="accent3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3">
            <a:shade val="15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700" kern="1200" dirty="0">
              <a:solidFill>
                <a:schemeClr val="tx1"/>
              </a:solidFill>
              <a:latin typeface="Funnel Sans" pitchFamily="34" charset="0"/>
            </a:rPr>
            <a:t>Too Many Tools: Students and freelancers struggle because their data is scattered. They use one app for money, one for tasks, and lose their warranty papers.</a:t>
          </a:r>
          <a:endParaRPr lang="en-US" sz="700" kern="1200" dirty="0">
            <a:solidFill>
              <a:schemeClr val="tx1"/>
            </a:solidFill>
          </a:endParaRPr>
        </a:p>
      </dsp:txBody>
      <dsp:txXfrm>
        <a:off x="306" y="2172349"/>
        <a:ext cx="1336662" cy="668331"/>
      </dsp:txXfrm>
    </dsp:sp>
    <dsp:sp modelId="{D372137B-FE61-4A34-960E-4DD51DC698A5}">
      <dsp:nvSpPr>
        <dsp:cNvPr id="0" name=""/>
        <dsp:cNvSpPr/>
      </dsp:nvSpPr>
      <dsp:spPr>
        <a:xfrm>
          <a:off x="1617668" y="2172349"/>
          <a:ext cx="1336662" cy="668331"/>
        </a:xfrm>
        <a:prstGeom prst="rect">
          <a:avLst/>
        </a:prstGeom>
        <a:solidFill>
          <a:schemeClr val="accent3"/>
        </a:solidFill>
        <a:ln w="12700" cap="flat" cmpd="sng" algn="ctr">
          <a:solidFill>
            <a:schemeClr val="accent3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3">
            <a:shade val="15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700" kern="1200" dirty="0">
              <a:solidFill>
                <a:schemeClr val="tx1"/>
              </a:solidFill>
              <a:latin typeface="Funnel Sans" pitchFamily="34" charset="0"/>
            </a:rPr>
            <a:t>The Need: People need a single, simple place to manage their daily life.</a:t>
          </a:r>
          <a:endParaRPr lang="en-US" sz="700" kern="1200" dirty="0">
            <a:solidFill>
              <a:schemeClr val="tx1"/>
            </a:solidFill>
          </a:endParaRPr>
        </a:p>
      </dsp:txBody>
      <dsp:txXfrm>
        <a:off x="1617668" y="2172349"/>
        <a:ext cx="1336662" cy="668331"/>
      </dsp:txXfrm>
    </dsp:sp>
    <dsp:sp modelId="{6AF41229-89E7-4B7B-8E0D-1A5A73EEA70D}">
      <dsp:nvSpPr>
        <dsp:cNvPr id="0" name=""/>
        <dsp:cNvSpPr/>
      </dsp:nvSpPr>
      <dsp:spPr>
        <a:xfrm>
          <a:off x="3235030" y="2172349"/>
          <a:ext cx="1336662" cy="668331"/>
        </a:xfrm>
        <a:prstGeom prst="rect">
          <a:avLst/>
        </a:prstGeom>
        <a:solidFill>
          <a:schemeClr val="accent3"/>
        </a:solidFill>
        <a:ln w="12700" cap="flat" cmpd="sng" algn="ctr">
          <a:solidFill>
            <a:schemeClr val="accent3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3">
            <a:shade val="15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700" kern="1200" dirty="0">
              <a:solidFill>
                <a:schemeClr val="tx1"/>
              </a:solidFill>
              <a:latin typeface="Funnel Sans" pitchFamily="34" charset="0"/>
            </a:rPr>
            <a:t>Mizan: A unified website that brings everything together in balance.</a:t>
          </a:r>
          <a:endParaRPr lang="en-US" sz="700" kern="1200" dirty="0">
            <a:solidFill>
              <a:schemeClr val="tx1"/>
            </a:solidFill>
          </a:endParaRPr>
        </a:p>
      </dsp:txBody>
      <dsp:txXfrm>
        <a:off x="3235030" y="2172349"/>
        <a:ext cx="1336662" cy="66833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001395-55CE-4D2C-B678-AE864773E988}">
      <dsp:nvSpPr>
        <dsp:cNvPr id="0" name=""/>
        <dsp:cNvSpPr/>
      </dsp:nvSpPr>
      <dsp:spPr>
        <a:xfrm>
          <a:off x="2286000" y="1891650"/>
          <a:ext cx="1617361" cy="2806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0349"/>
              </a:lnTo>
              <a:lnTo>
                <a:pt x="1617361" y="140349"/>
              </a:lnTo>
              <a:lnTo>
                <a:pt x="1617361" y="280699"/>
              </a:lnTo>
            </a:path>
          </a:pathLst>
        </a:custGeom>
        <a:noFill/>
        <a:ln w="12700" cap="flat" cmpd="sng" algn="ctr">
          <a:solidFill>
            <a:schemeClr val="accent3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3">
            <a:shade val="15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dsp:style>
    </dsp:sp>
    <dsp:sp modelId="{D686164C-DC68-4CE6-8738-5B4C3E1227AD}">
      <dsp:nvSpPr>
        <dsp:cNvPr id="0" name=""/>
        <dsp:cNvSpPr/>
      </dsp:nvSpPr>
      <dsp:spPr>
        <a:xfrm>
          <a:off x="2240280" y="1891650"/>
          <a:ext cx="91440" cy="28069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80699"/>
              </a:lnTo>
            </a:path>
          </a:pathLst>
        </a:custGeom>
        <a:noFill/>
        <a:ln w="12700" cap="flat" cmpd="sng" algn="ctr">
          <a:solidFill>
            <a:schemeClr val="accent3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3">
            <a:shade val="15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dsp:style>
    </dsp:sp>
    <dsp:sp modelId="{1457B5B3-3CF5-425E-A091-09F54A6F9E32}">
      <dsp:nvSpPr>
        <dsp:cNvPr id="0" name=""/>
        <dsp:cNvSpPr/>
      </dsp:nvSpPr>
      <dsp:spPr>
        <a:xfrm>
          <a:off x="668638" y="1891650"/>
          <a:ext cx="1617361" cy="280699"/>
        </a:xfrm>
        <a:custGeom>
          <a:avLst/>
          <a:gdLst/>
          <a:ahLst/>
          <a:cxnLst/>
          <a:rect l="0" t="0" r="0" b="0"/>
          <a:pathLst>
            <a:path>
              <a:moveTo>
                <a:pt x="1617361" y="0"/>
              </a:moveTo>
              <a:lnTo>
                <a:pt x="1617361" y="140349"/>
              </a:lnTo>
              <a:lnTo>
                <a:pt x="0" y="140349"/>
              </a:lnTo>
              <a:lnTo>
                <a:pt x="0" y="280699"/>
              </a:lnTo>
            </a:path>
          </a:pathLst>
        </a:custGeom>
        <a:noFill/>
        <a:ln w="12700" cap="flat" cmpd="sng" algn="ctr">
          <a:solidFill>
            <a:schemeClr val="accent3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3">
            <a:shade val="15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dsp:style>
    </dsp:sp>
    <dsp:sp modelId="{5A04DDB0-BD87-4720-99B6-5D6D69B72C4F}">
      <dsp:nvSpPr>
        <dsp:cNvPr id="0" name=""/>
        <dsp:cNvSpPr/>
      </dsp:nvSpPr>
      <dsp:spPr>
        <a:xfrm>
          <a:off x="1617668" y="1223319"/>
          <a:ext cx="1336662" cy="668331"/>
        </a:xfrm>
        <a:prstGeom prst="rect">
          <a:avLst/>
        </a:prstGeom>
        <a:solidFill>
          <a:schemeClr val="accent3"/>
        </a:solidFill>
        <a:ln w="12700" cap="flat" cmpd="sng" algn="ctr">
          <a:solidFill>
            <a:schemeClr val="accent3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3">
            <a:shade val="15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  <a:latin typeface="Funnel Sans" pitchFamily="34" charset="0"/>
            </a:rPr>
            <a:t>Objectives </a:t>
          </a:r>
          <a:endParaRPr lang="en-US" sz="700" kern="1200" dirty="0">
            <a:solidFill>
              <a:schemeClr val="tx1"/>
            </a:solidFill>
          </a:endParaRPr>
        </a:p>
      </dsp:txBody>
      <dsp:txXfrm>
        <a:off x="1617668" y="1223319"/>
        <a:ext cx="1336662" cy="668331"/>
      </dsp:txXfrm>
    </dsp:sp>
    <dsp:sp modelId="{85418F6D-7EF9-4D1F-9139-E3E83E2EB0B6}">
      <dsp:nvSpPr>
        <dsp:cNvPr id="0" name=""/>
        <dsp:cNvSpPr/>
      </dsp:nvSpPr>
      <dsp:spPr>
        <a:xfrm>
          <a:off x="306" y="2172349"/>
          <a:ext cx="1336662" cy="668331"/>
        </a:xfrm>
        <a:prstGeom prst="rect">
          <a:avLst/>
        </a:prstGeom>
        <a:solidFill>
          <a:schemeClr val="accent3"/>
        </a:solidFill>
        <a:ln w="12700" cap="flat" cmpd="sng" algn="ctr">
          <a:solidFill>
            <a:schemeClr val="accent3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3">
            <a:shade val="15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700" kern="1200" dirty="0">
              <a:solidFill>
                <a:schemeClr val="tx1"/>
              </a:solidFill>
              <a:latin typeface="Funnel Sans" pitchFamily="34" charset="0"/>
            </a:rPr>
            <a:t>All-in-One Dashboard: Build one system that connects finances, tasks, and file storage.</a:t>
          </a:r>
          <a:endParaRPr lang="en-US" sz="700" kern="1200" dirty="0">
            <a:solidFill>
              <a:schemeClr val="tx1"/>
            </a:solidFill>
          </a:endParaRPr>
        </a:p>
      </dsp:txBody>
      <dsp:txXfrm>
        <a:off x="306" y="2172349"/>
        <a:ext cx="1336662" cy="668331"/>
      </dsp:txXfrm>
    </dsp:sp>
    <dsp:sp modelId="{D372137B-FE61-4A34-960E-4DD51DC698A5}">
      <dsp:nvSpPr>
        <dsp:cNvPr id="0" name=""/>
        <dsp:cNvSpPr/>
      </dsp:nvSpPr>
      <dsp:spPr>
        <a:xfrm>
          <a:off x="1617668" y="2172349"/>
          <a:ext cx="1336662" cy="668331"/>
        </a:xfrm>
        <a:prstGeom prst="rect">
          <a:avLst/>
        </a:prstGeom>
        <a:solidFill>
          <a:schemeClr val="accent3"/>
        </a:solidFill>
        <a:ln w="12700" cap="flat" cmpd="sng" algn="ctr">
          <a:solidFill>
            <a:schemeClr val="accent3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3">
            <a:shade val="15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700" kern="1200" dirty="0">
              <a:solidFill>
                <a:schemeClr val="tx1"/>
              </a:solidFill>
              <a:latin typeface="Funnel Sans" pitchFamily="34" charset="0"/>
            </a:rPr>
            <a:t>Strong Security: Protect user accounts and data from any hacking attempts.</a:t>
          </a:r>
          <a:endParaRPr lang="en-US" sz="700" kern="1200" dirty="0">
            <a:solidFill>
              <a:schemeClr val="tx1"/>
            </a:solidFill>
          </a:endParaRPr>
        </a:p>
      </dsp:txBody>
      <dsp:txXfrm>
        <a:off x="1617668" y="2172349"/>
        <a:ext cx="1336662" cy="668331"/>
      </dsp:txXfrm>
    </dsp:sp>
    <dsp:sp modelId="{6AF41229-89E7-4B7B-8E0D-1A5A73EEA70D}">
      <dsp:nvSpPr>
        <dsp:cNvPr id="0" name=""/>
        <dsp:cNvSpPr/>
      </dsp:nvSpPr>
      <dsp:spPr>
        <a:xfrm>
          <a:off x="3235030" y="2172349"/>
          <a:ext cx="1336662" cy="668331"/>
        </a:xfrm>
        <a:prstGeom prst="rect">
          <a:avLst/>
        </a:prstGeom>
        <a:solidFill>
          <a:schemeClr val="accent3"/>
        </a:solidFill>
        <a:ln w="12700" cap="flat" cmpd="sng" algn="ctr">
          <a:solidFill>
            <a:schemeClr val="accent3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3">
            <a:shade val="15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700" kern="1200" dirty="0">
              <a:solidFill>
                <a:schemeClr val="tx1"/>
              </a:solidFill>
              <a:latin typeface="Funnel Sans" pitchFamily="34" charset="0"/>
            </a:rPr>
            <a:t>Automated Testing: Test every button and feature automatically to ensure zero mistakes.</a:t>
          </a:r>
          <a:endParaRPr lang="en-US" sz="700" kern="1200" dirty="0">
            <a:solidFill>
              <a:schemeClr val="tx1"/>
            </a:solidFill>
          </a:endParaRPr>
        </a:p>
      </dsp:txBody>
      <dsp:txXfrm>
        <a:off x="3235030" y="2172349"/>
        <a:ext cx="1336662" cy="66833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EE542B-68A0-4477-929F-1E6C15F37C88}">
      <dsp:nvSpPr>
        <dsp:cNvPr id="0" name=""/>
        <dsp:cNvSpPr/>
      </dsp:nvSpPr>
      <dsp:spPr>
        <a:xfrm>
          <a:off x="2549236" y="785329"/>
          <a:ext cx="1996577" cy="2310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5504"/>
              </a:lnTo>
              <a:lnTo>
                <a:pt x="1996577" y="115504"/>
              </a:lnTo>
              <a:lnTo>
                <a:pt x="1996577" y="231008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ACA11E-ED89-41EE-8D9A-5579467C9519}">
      <dsp:nvSpPr>
        <dsp:cNvPr id="0" name=""/>
        <dsp:cNvSpPr/>
      </dsp:nvSpPr>
      <dsp:spPr>
        <a:xfrm>
          <a:off x="2549236" y="785329"/>
          <a:ext cx="665525" cy="2310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5504"/>
              </a:lnTo>
              <a:lnTo>
                <a:pt x="665525" y="115504"/>
              </a:lnTo>
              <a:lnTo>
                <a:pt x="665525" y="231008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F15C6B-9865-4607-82EB-3EED3C27D9E1}">
      <dsp:nvSpPr>
        <dsp:cNvPr id="0" name=""/>
        <dsp:cNvSpPr/>
      </dsp:nvSpPr>
      <dsp:spPr>
        <a:xfrm>
          <a:off x="1883710" y="785329"/>
          <a:ext cx="665525" cy="231008"/>
        </a:xfrm>
        <a:custGeom>
          <a:avLst/>
          <a:gdLst/>
          <a:ahLst/>
          <a:cxnLst/>
          <a:rect l="0" t="0" r="0" b="0"/>
          <a:pathLst>
            <a:path>
              <a:moveTo>
                <a:pt x="665525" y="0"/>
              </a:moveTo>
              <a:lnTo>
                <a:pt x="665525" y="115504"/>
              </a:lnTo>
              <a:lnTo>
                <a:pt x="0" y="115504"/>
              </a:lnTo>
              <a:lnTo>
                <a:pt x="0" y="231008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137911-A400-4E68-90FC-1B61C786B51D}">
      <dsp:nvSpPr>
        <dsp:cNvPr id="0" name=""/>
        <dsp:cNvSpPr/>
      </dsp:nvSpPr>
      <dsp:spPr>
        <a:xfrm>
          <a:off x="552658" y="785329"/>
          <a:ext cx="1996577" cy="231008"/>
        </a:xfrm>
        <a:custGeom>
          <a:avLst/>
          <a:gdLst/>
          <a:ahLst/>
          <a:cxnLst/>
          <a:rect l="0" t="0" r="0" b="0"/>
          <a:pathLst>
            <a:path>
              <a:moveTo>
                <a:pt x="1996577" y="0"/>
              </a:moveTo>
              <a:lnTo>
                <a:pt x="1996577" y="115504"/>
              </a:lnTo>
              <a:lnTo>
                <a:pt x="0" y="115504"/>
              </a:lnTo>
              <a:lnTo>
                <a:pt x="0" y="231008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2733C2-619E-492B-BD06-5FE2084212C5}">
      <dsp:nvSpPr>
        <dsp:cNvPr id="0" name=""/>
        <dsp:cNvSpPr/>
      </dsp:nvSpPr>
      <dsp:spPr>
        <a:xfrm>
          <a:off x="2274225" y="235308"/>
          <a:ext cx="550021" cy="550021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00C825-F751-44D3-8BE2-11D35B48872E}">
      <dsp:nvSpPr>
        <dsp:cNvPr id="0" name=""/>
        <dsp:cNvSpPr/>
      </dsp:nvSpPr>
      <dsp:spPr>
        <a:xfrm>
          <a:off x="2274225" y="235308"/>
          <a:ext cx="550021" cy="550021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15EA1C6-0DB1-4627-96F7-8E177D2E279B}">
      <dsp:nvSpPr>
        <dsp:cNvPr id="0" name=""/>
        <dsp:cNvSpPr/>
      </dsp:nvSpPr>
      <dsp:spPr>
        <a:xfrm>
          <a:off x="1999215" y="334311"/>
          <a:ext cx="1100042" cy="352013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System Actors</a:t>
          </a:r>
          <a:endParaRPr lang="en-US" sz="1100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999215" y="334311"/>
        <a:ext cx="1100042" cy="352013"/>
      </dsp:txXfrm>
    </dsp:sp>
    <dsp:sp modelId="{5F3305BA-3F86-482F-91F9-FE43D21BCC12}">
      <dsp:nvSpPr>
        <dsp:cNvPr id="0" name=""/>
        <dsp:cNvSpPr/>
      </dsp:nvSpPr>
      <dsp:spPr>
        <a:xfrm>
          <a:off x="277648" y="1016338"/>
          <a:ext cx="550021" cy="550021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D80F03-FD2B-4C36-9BEF-3935A8975616}">
      <dsp:nvSpPr>
        <dsp:cNvPr id="0" name=""/>
        <dsp:cNvSpPr/>
      </dsp:nvSpPr>
      <dsp:spPr>
        <a:xfrm>
          <a:off x="277648" y="1016338"/>
          <a:ext cx="550021" cy="550021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F4542D-7EAD-4401-ABE5-5E1B6B508609}">
      <dsp:nvSpPr>
        <dsp:cNvPr id="0" name=""/>
        <dsp:cNvSpPr/>
      </dsp:nvSpPr>
      <dsp:spPr>
        <a:xfrm>
          <a:off x="2637" y="1115342"/>
          <a:ext cx="1100042" cy="352013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Registered User:</a:t>
          </a:r>
        </a:p>
      </dsp:txBody>
      <dsp:txXfrm>
        <a:off x="2637" y="1115342"/>
        <a:ext cx="1100042" cy="352013"/>
      </dsp:txXfrm>
    </dsp:sp>
    <dsp:sp modelId="{F9F7A53A-7026-4E04-B470-96636C7CD65E}">
      <dsp:nvSpPr>
        <dsp:cNvPr id="0" name=""/>
        <dsp:cNvSpPr/>
      </dsp:nvSpPr>
      <dsp:spPr>
        <a:xfrm>
          <a:off x="1608699" y="1016338"/>
          <a:ext cx="550021" cy="550021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5D4529-3CAE-4D0F-A3B8-CA5FB9F5F099}">
      <dsp:nvSpPr>
        <dsp:cNvPr id="0" name=""/>
        <dsp:cNvSpPr/>
      </dsp:nvSpPr>
      <dsp:spPr>
        <a:xfrm>
          <a:off x="1608699" y="1016338"/>
          <a:ext cx="550021" cy="550021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2D6423-293D-42B1-93AB-3F64205F1339}">
      <dsp:nvSpPr>
        <dsp:cNvPr id="0" name=""/>
        <dsp:cNvSpPr/>
      </dsp:nvSpPr>
      <dsp:spPr>
        <a:xfrm>
          <a:off x="1333689" y="1115342"/>
          <a:ext cx="1100042" cy="352013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Admin:</a:t>
          </a:r>
        </a:p>
      </dsp:txBody>
      <dsp:txXfrm>
        <a:off x="1333689" y="1115342"/>
        <a:ext cx="1100042" cy="352013"/>
      </dsp:txXfrm>
    </dsp:sp>
    <dsp:sp modelId="{D8C72586-BD65-49A3-A4FC-3C14C9A54482}">
      <dsp:nvSpPr>
        <dsp:cNvPr id="0" name=""/>
        <dsp:cNvSpPr/>
      </dsp:nvSpPr>
      <dsp:spPr>
        <a:xfrm>
          <a:off x="2939751" y="1016338"/>
          <a:ext cx="550021" cy="550021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546513-6190-4467-950A-FF53836554FB}">
      <dsp:nvSpPr>
        <dsp:cNvPr id="0" name=""/>
        <dsp:cNvSpPr/>
      </dsp:nvSpPr>
      <dsp:spPr>
        <a:xfrm>
          <a:off x="2939751" y="1016338"/>
          <a:ext cx="550021" cy="550021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EB6E78-EF6A-4456-BCBF-90FF840D1CF3}">
      <dsp:nvSpPr>
        <dsp:cNvPr id="0" name=""/>
        <dsp:cNvSpPr/>
      </dsp:nvSpPr>
      <dsp:spPr>
        <a:xfrm>
          <a:off x="2664740" y="1115342"/>
          <a:ext cx="1100042" cy="352013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Guest:</a:t>
          </a:r>
        </a:p>
      </dsp:txBody>
      <dsp:txXfrm>
        <a:off x="2664740" y="1115342"/>
        <a:ext cx="1100042" cy="352013"/>
      </dsp:txXfrm>
    </dsp:sp>
    <dsp:sp modelId="{EFCB94C3-108D-4F86-851B-15E6EDC9F474}">
      <dsp:nvSpPr>
        <dsp:cNvPr id="0" name=""/>
        <dsp:cNvSpPr/>
      </dsp:nvSpPr>
      <dsp:spPr>
        <a:xfrm>
          <a:off x="4270803" y="1016338"/>
          <a:ext cx="550021" cy="550021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FE11C8-D754-4FB1-B7BF-AA8FAB07FDE0}">
      <dsp:nvSpPr>
        <dsp:cNvPr id="0" name=""/>
        <dsp:cNvSpPr/>
      </dsp:nvSpPr>
      <dsp:spPr>
        <a:xfrm>
          <a:off x="4270803" y="1016338"/>
          <a:ext cx="550021" cy="550021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22E0A6-5080-43AB-A41C-9EFE04E7A17C}">
      <dsp:nvSpPr>
        <dsp:cNvPr id="0" name=""/>
        <dsp:cNvSpPr/>
      </dsp:nvSpPr>
      <dsp:spPr>
        <a:xfrm>
          <a:off x="3995792" y="1115342"/>
          <a:ext cx="1100042" cy="352013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Automated </a:t>
          </a:r>
          <a:r>
            <a:rPr lang="en-US" sz="1100" kern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System:</a:t>
          </a:r>
          <a:endParaRPr lang="en-US" sz="1100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995792" y="1115342"/>
        <a:ext cx="1100042" cy="3520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516ACFA-E9F0-5C1B-C5A9-084F45AA60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1A5D32-52A8-4346-8489-653EBA3B661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8AD92A-9A44-44AE-8C46-3856B0F74A5A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EF790F-9F5C-49E4-966A-5B146674F03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46549B-54FF-95C6-9A22-6228D87F1C5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21D64E-6235-412D-ACDC-32AD54EEA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310930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006900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13" Type="http://schemas.microsoft.com/office/2007/relationships/diagramDrawing" Target="../diagrams/drawing3.xml"/><Relationship Id="rId3" Type="http://schemas.microsoft.com/office/2007/relationships/hdphoto" Target="../media/hdphoto1.wdp"/><Relationship Id="rId7" Type="http://schemas.openxmlformats.org/officeDocument/2006/relationships/diagramColors" Target="../diagrams/colors2.xml"/><Relationship Id="rId12" Type="http://schemas.openxmlformats.org/officeDocument/2006/relationships/diagramColors" Target="../diagrams/colors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11" Type="http://schemas.openxmlformats.org/officeDocument/2006/relationships/diagramQuickStyle" Target="../diagrams/quickStyle3.xml"/><Relationship Id="rId5" Type="http://schemas.openxmlformats.org/officeDocument/2006/relationships/diagramLayout" Target="../diagrams/layout2.xml"/><Relationship Id="rId10" Type="http://schemas.openxmlformats.org/officeDocument/2006/relationships/diagramLayout" Target="../diagrams/layout3.xml"/><Relationship Id="rId4" Type="http://schemas.openxmlformats.org/officeDocument/2006/relationships/diagramData" Target="../diagrams/data2.xml"/><Relationship Id="rId9" Type="http://schemas.openxmlformats.org/officeDocument/2006/relationships/diagramData" Target="../diagrams/data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60D393-C9B1-25B1-9664-BF589D9012FA}"/>
              </a:ext>
            </a:extLst>
          </p:cNvPr>
          <p:cNvSpPr txBox="1"/>
          <p:nvPr/>
        </p:nvSpPr>
        <p:spPr>
          <a:xfrm>
            <a:off x="220639" y="204455"/>
            <a:ext cx="4572000" cy="369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Mizan </a:t>
            </a:r>
            <a:r>
              <a:rPr lang="en-US" sz="1800" b="1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</a:rPr>
              <a:t>(</a:t>
            </a:r>
            <a:r>
              <a:rPr lang="ar-SA" sz="1800" b="1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</a:rPr>
              <a:t>ميزان</a:t>
            </a:r>
            <a:r>
              <a:rPr lang="en-US" sz="1800" b="1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</a:rPr>
              <a:t>)</a:t>
            </a:r>
            <a:endParaRPr lang="en-US" sz="1800" b="1" dirty="0"/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088EC78B-0E59-FAA0-A9EF-233B7E865F96}"/>
              </a:ext>
            </a:extLst>
          </p:cNvPr>
          <p:cNvSpPr/>
          <p:nvPr/>
        </p:nvSpPr>
        <p:spPr>
          <a:xfrm>
            <a:off x="5372100" y="0"/>
            <a:ext cx="3771900" cy="514350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4E4F29-21DF-F2BB-0D65-9A4F91037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8882" y="354841"/>
            <a:ext cx="4175078" cy="41750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D283B8B-3FB8-B572-1234-2D3734803BA9}"/>
              </a:ext>
            </a:extLst>
          </p:cNvPr>
          <p:cNvSpPr txBox="1"/>
          <p:nvPr/>
        </p:nvSpPr>
        <p:spPr>
          <a:xfrm>
            <a:off x="260445" y="566424"/>
            <a:ext cx="4532194" cy="146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1100" dirty="0">
                <a:solidFill>
                  <a:srgbClr val="8F8F8F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Software Engineering Project — BCS 202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Team:</a:t>
            </a:r>
            <a:r>
              <a:rPr lang="en-US" sz="10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</a:rPr>
              <a:t> </a:t>
            </a:r>
            <a:endParaRPr lang="ar-SA" sz="1000" dirty="0">
              <a:solidFill>
                <a:srgbClr val="8F8F8F"/>
              </a:solidFill>
              <a:latin typeface="Funnel Sans" pitchFamily="34" charset="0"/>
              <a:ea typeface="Funnel Sans" pitchFamily="34" charset="-122"/>
            </a:endParaRPr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</a:rPr>
              <a:t>Mishal Al-</a:t>
            </a:r>
            <a:r>
              <a:rPr lang="en-US" sz="1000" dirty="0" err="1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</a:rPr>
              <a:t>jumaih</a:t>
            </a:r>
            <a:r>
              <a:rPr lang="en-US" sz="10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</a:rPr>
              <a:t> (Scrum Master), </a:t>
            </a:r>
            <a:endParaRPr lang="ar-SA" sz="1000" dirty="0">
              <a:solidFill>
                <a:srgbClr val="8F8F8F"/>
              </a:solidFill>
              <a:latin typeface="Funnel Sans" pitchFamily="34" charset="0"/>
              <a:ea typeface="Funnel Sans" pitchFamily="34" charset="-122"/>
            </a:endParaRPr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</a:rPr>
              <a:t>- (UI/UX), </a:t>
            </a:r>
            <a:endParaRPr lang="ar-SA" sz="1000" dirty="0">
              <a:solidFill>
                <a:srgbClr val="8F8F8F"/>
              </a:solidFill>
              <a:latin typeface="Funnel Sans" pitchFamily="34" charset="0"/>
              <a:ea typeface="Funnel Sans" pitchFamily="34" charset="-122"/>
            </a:endParaRPr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</a:rPr>
              <a:t>-(Backend &amp; DB)</a:t>
            </a:r>
            <a:r>
              <a:rPr lang="ar-SA" sz="10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</a:rPr>
              <a:t> </a:t>
            </a:r>
          </a:p>
          <a:p>
            <a:pPr algn="ctr">
              <a:lnSpc>
                <a:spcPct val="133000"/>
              </a:lnSpc>
            </a:pPr>
            <a:r>
              <a:rPr lang="en-US" sz="10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</a:rPr>
              <a:t>Supervisor: -</a:t>
            </a:r>
            <a:endParaRPr lang="ar-SA" sz="1000" dirty="0">
              <a:solidFill>
                <a:srgbClr val="8F8F8F"/>
              </a:solidFill>
              <a:latin typeface="Funnel Sans" pitchFamily="34" charset="0"/>
              <a:ea typeface="Funnel Sans" pitchFamily="34" charset="-122"/>
            </a:endParaRP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5EACB70A-C0D5-4A07-E6D7-F6BE6F48AC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2275602"/>
              </p:ext>
            </p:extLst>
          </p:nvPr>
        </p:nvGraphicFramePr>
        <p:xfrm>
          <a:off x="1006558" y="2502139"/>
          <a:ext cx="3148083" cy="24746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581103BE-81EA-FAB0-2A00-A6566D4901A3}"/>
              </a:ext>
            </a:extLst>
          </p:cNvPr>
          <p:cNvSpPr txBox="1"/>
          <p:nvPr/>
        </p:nvSpPr>
        <p:spPr>
          <a:xfrm>
            <a:off x="129000" y="2050833"/>
            <a:ext cx="4697104" cy="428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</a:pPr>
            <a:r>
              <a:rPr lang="en-US" sz="1800" dirty="0">
                <a:solidFill>
                  <a:srgbClr val="8F8F8F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Topics</a:t>
            </a:r>
            <a:r>
              <a:rPr lang="en-US" sz="18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</a:t>
            </a:r>
            <a:r>
              <a:rPr lang="en-US" sz="1800" dirty="0">
                <a:solidFill>
                  <a:srgbClr val="8F8F8F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to be Covered 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6670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ow to get employees to write smart, clear objectives to ...">
            <a:extLst>
              <a:ext uri="{FF2B5EF4-FFF2-40B4-BE49-F238E27FC236}">
                <a16:creationId xmlns:a16="http://schemas.microsoft.com/office/drawing/2014/main" id="{A4ADC740-E18A-4787-230D-B42C77EC4B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1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01299" y="-111610"/>
            <a:ext cx="9345299" cy="5255110"/>
          </a:xfrm>
          <a:prstGeom prst="rect">
            <a:avLst/>
          </a:prstGeom>
          <a:noFill/>
          <a:effectLst>
            <a:outerShdw blurRad="254000" dist="50800" dir="5400000" algn="ctr" rotWithShape="0">
              <a:srgbClr val="000000">
                <a:alpha val="4313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A0CD2611-BB2C-3F92-3E8B-8068A9CA2E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16727614"/>
              </p:ext>
            </p:extLst>
          </p:nvPr>
        </p:nvGraphicFramePr>
        <p:xfrm>
          <a:off x="2028967" y="-909851"/>
          <a:ext cx="4572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FAE39B89-FC7F-1FDD-1380-FB500AE06A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46226785"/>
              </p:ext>
            </p:extLst>
          </p:nvPr>
        </p:nvGraphicFramePr>
        <p:xfrm>
          <a:off x="2028967" y="1384288"/>
          <a:ext cx="4572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13" name="Shape 7">
            <a:extLst>
              <a:ext uri="{FF2B5EF4-FFF2-40B4-BE49-F238E27FC236}">
                <a16:creationId xmlns:a16="http://schemas.microsoft.com/office/drawing/2014/main" id="{60922517-7008-4522-1B6B-A037C407B773}"/>
              </a:ext>
            </a:extLst>
          </p:cNvPr>
          <p:cNvSpPr/>
          <p:nvPr/>
        </p:nvSpPr>
        <p:spPr>
          <a:xfrm rot="5400000">
            <a:off x="4517294" y="-2283697"/>
            <a:ext cx="45719" cy="9289578"/>
          </a:xfrm>
          <a:prstGeom prst="roundRect">
            <a:avLst>
              <a:gd name="adj" fmla="val 9116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062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26977AA5-BA91-0BD1-1518-F3D9CAEEE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34" y="1799743"/>
            <a:ext cx="2608708" cy="34782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4F742B0-859D-3419-2A94-4FC8189FB8A8}"/>
              </a:ext>
            </a:extLst>
          </p:cNvPr>
          <p:cNvSpPr txBox="1"/>
          <p:nvPr/>
        </p:nvSpPr>
        <p:spPr>
          <a:xfrm>
            <a:off x="80962" y="490189"/>
            <a:ext cx="2996994" cy="2365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3000"/>
              </a:lnSpc>
            </a:pPr>
            <a:r>
              <a:rPr lang="en-US" sz="1400" dirty="0">
                <a:solidFill>
                  <a:srgbClr val="8F8F8F"/>
                </a:solidFill>
                <a:latin typeface="Funnel Sans" pitchFamily="34" charset="0"/>
              </a:rPr>
              <a:t>“As a university student or busy freelancer, I want one secure place to manage my money, tasks, and warranties, so I can stop feeling overwhelmed and take full control of my life.”</a:t>
            </a:r>
          </a:p>
          <a:p>
            <a:br>
              <a:rPr lang="en-US" dirty="0"/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60DFE89-DC93-2C2B-27FE-6FE9F184C307}"/>
              </a:ext>
            </a:extLst>
          </p:cNvPr>
          <p:cNvSpPr/>
          <p:nvPr/>
        </p:nvSpPr>
        <p:spPr>
          <a:xfrm>
            <a:off x="313509" y="116699"/>
            <a:ext cx="400704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User Story</a:t>
            </a:r>
            <a:endParaRPr lang="en-US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7C7EEAC8-D511-DAB0-9AAF-951248B0C32A}"/>
              </a:ext>
            </a:extLst>
          </p:cNvPr>
          <p:cNvSpPr/>
          <p:nvPr/>
        </p:nvSpPr>
        <p:spPr>
          <a:xfrm>
            <a:off x="3977979" y="54956"/>
            <a:ext cx="400704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The Problem Statement</a:t>
            </a:r>
            <a:endParaRPr lang="en-US" sz="28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9A79FB07-DC84-3ACF-42F9-8E82A483DDF2}"/>
              </a:ext>
            </a:extLst>
          </p:cNvPr>
          <p:cNvSpPr/>
          <p:nvPr/>
        </p:nvSpPr>
        <p:spPr>
          <a:xfrm>
            <a:off x="3946549" y="449386"/>
            <a:ext cx="4722763" cy="587683"/>
          </a:xfrm>
          <a:prstGeom prst="roundRect">
            <a:avLst>
              <a:gd name="adj" fmla="val 7282"/>
            </a:avLst>
          </a:prstGeom>
          <a:solidFill>
            <a:srgbClr val="181616">
              <a:alpha val="95000"/>
            </a:srgbClr>
          </a:solidFill>
          <a:ln w="14288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71149CB5-C257-BEDA-2DD6-B84CB85C00FA}"/>
              </a:ext>
            </a:extLst>
          </p:cNvPr>
          <p:cNvSpPr/>
          <p:nvPr/>
        </p:nvSpPr>
        <p:spPr>
          <a:xfrm>
            <a:off x="3946549" y="418762"/>
            <a:ext cx="45719" cy="618307"/>
          </a:xfrm>
          <a:prstGeom prst="roundRect">
            <a:avLst>
              <a:gd name="adj" fmla="val 9116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0CE12630-479C-BAB3-8B27-E8F1984C822A}"/>
              </a:ext>
            </a:extLst>
          </p:cNvPr>
          <p:cNvSpPr/>
          <p:nvPr/>
        </p:nvSpPr>
        <p:spPr>
          <a:xfrm>
            <a:off x="4025131" y="446295"/>
            <a:ext cx="207503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8F8F8F"/>
                </a:solidFill>
                <a:latin typeface="Mona Sans Semi Bold" pitchFamily="34" charset="0"/>
              </a:rPr>
              <a:t>Scattered Tools: </a:t>
            </a: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5275D233-23ED-0989-D12A-8C68C0031FF9}"/>
              </a:ext>
            </a:extLst>
          </p:cNvPr>
          <p:cNvSpPr/>
          <p:nvPr/>
        </p:nvSpPr>
        <p:spPr>
          <a:xfrm>
            <a:off x="4084811" y="640144"/>
            <a:ext cx="440337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000" dirty="0">
                <a:solidFill>
                  <a:srgbClr val="8F8F8F"/>
                </a:solidFill>
                <a:latin typeface="Funnel Sans" pitchFamily="34" charset="0"/>
              </a:rPr>
              <a:t>People use many different apps (one for money, one for tasks) which causes confusion.</a:t>
            </a:r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DB62FB71-8209-1C4C-A346-7522F476458F}"/>
              </a:ext>
            </a:extLst>
          </p:cNvPr>
          <p:cNvSpPr/>
          <p:nvPr/>
        </p:nvSpPr>
        <p:spPr>
          <a:xfrm>
            <a:off x="3946549" y="1114563"/>
            <a:ext cx="4722763" cy="624521"/>
          </a:xfrm>
          <a:prstGeom prst="roundRect">
            <a:avLst>
              <a:gd name="adj" fmla="val 7282"/>
            </a:avLst>
          </a:prstGeom>
          <a:solidFill>
            <a:srgbClr val="181616">
              <a:alpha val="95000"/>
            </a:srgbClr>
          </a:solidFill>
          <a:ln w="14288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9A587B6C-D186-93AC-CDEA-708867185976}"/>
              </a:ext>
            </a:extLst>
          </p:cNvPr>
          <p:cNvSpPr/>
          <p:nvPr/>
        </p:nvSpPr>
        <p:spPr>
          <a:xfrm>
            <a:off x="3932261" y="1114563"/>
            <a:ext cx="57149" cy="624521"/>
          </a:xfrm>
          <a:prstGeom prst="roundRect">
            <a:avLst>
              <a:gd name="adj" fmla="val 9116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2FE69D91-6A1E-F992-24EC-3DF507E236A2}"/>
              </a:ext>
            </a:extLst>
          </p:cNvPr>
          <p:cNvSpPr/>
          <p:nvPr/>
        </p:nvSpPr>
        <p:spPr>
          <a:xfrm>
            <a:off x="4043339" y="1142753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8F8F8F"/>
                </a:solidFill>
                <a:latin typeface="Mona Sans Semi Bold" pitchFamily="34" charset="0"/>
              </a:rPr>
              <a:t>Lost Information: </a:t>
            </a: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31846A82-3C19-22BA-A32C-676DFA2CA2E4}"/>
              </a:ext>
            </a:extLst>
          </p:cNvPr>
          <p:cNvSpPr/>
          <p:nvPr/>
        </p:nvSpPr>
        <p:spPr>
          <a:xfrm>
            <a:off x="4025131" y="1322624"/>
            <a:ext cx="440337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>
              <a:lnSpc>
                <a:spcPct val="133000"/>
              </a:lnSpc>
            </a:pPr>
            <a:r>
              <a:rPr lang="en-US" sz="1000" dirty="0">
                <a:solidFill>
                  <a:srgbClr val="8F8F8F"/>
                </a:solidFill>
                <a:latin typeface="Funnel Sans" pitchFamily="34" charset="0"/>
              </a:rPr>
              <a:t>Paper receipts and important warranties get lost or expire without the user knowing.</a:t>
            </a:r>
            <a:endParaRPr lang="ar-SA" sz="1000" dirty="0">
              <a:solidFill>
                <a:srgbClr val="8F8F8F"/>
              </a:solidFill>
              <a:latin typeface="Funnel Sans" pitchFamily="34" charset="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000" dirty="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6C0F08DF-5407-4F44-5ED8-FF0F0D7936DA}"/>
              </a:ext>
            </a:extLst>
          </p:cNvPr>
          <p:cNvSpPr/>
          <p:nvPr/>
        </p:nvSpPr>
        <p:spPr>
          <a:xfrm>
            <a:off x="3946549" y="1799743"/>
            <a:ext cx="4722763" cy="713078"/>
          </a:xfrm>
          <a:prstGeom prst="roundRect">
            <a:avLst>
              <a:gd name="adj" fmla="val 7282"/>
            </a:avLst>
          </a:prstGeom>
          <a:solidFill>
            <a:srgbClr val="181616">
              <a:alpha val="95000"/>
            </a:srgbClr>
          </a:solidFill>
          <a:ln w="14288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2E4965E9-EE25-3235-B749-F236F531DBE4}"/>
              </a:ext>
            </a:extLst>
          </p:cNvPr>
          <p:cNvSpPr/>
          <p:nvPr/>
        </p:nvSpPr>
        <p:spPr>
          <a:xfrm>
            <a:off x="3955120" y="1810733"/>
            <a:ext cx="45719" cy="702088"/>
          </a:xfrm>
          <a:prstGeom prst="roundRect">
            <a:avLst>
              <a:gd name="adj" fmla="val 9116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C179F794-151C-B927-56DE-1CB16419240F}"/>
              </a:ext>
            </a:extLst>
          </p:cNvPr>
          <p:cNvSpPr/>
          <p:nvPr/>
        </p:nvSpPr>
        <p:spPr>
          <a:xfrm>
            <a:off x="4025131" y="1813679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8F8F8F"/>
                </a:solidFill>
                <a:latin typeface="Mona Sans Semi Bold" pitchFamily="34" charset="0"/>
              </a:rPr>
              <a:t>Market Gap:</a:t>
            </a: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342F0F58-5ADC-2645-2887-1B543546D6C1}"/>
              </a:ext>
            </a:extLst>
          </p:cNvPr>
          <p:cNvSpPr/>
          <p:nvPr/>
        </p:nvSpPr>
        <p:spPr>
          <a:xfrm>
            <a:off x="4043339" y="2017781"/>
            <a:ext cx="440337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>
              <a:lnSpc>
                <a:spcPct val="133000"/>
              </a:lnSpc>
            </a:pPr>
            <a:r>
              <a:rPr lang="en-US" sz="1050" dirty="0">
                <a:solidFill>
                  <a:srgbClr val="8F8F8F"/>
                </a:solidFill>
                <a:latin typeface="Funnel Sans" pitchFamily="34" charset="0"/>
              </a:rPr>
              <a:t>Current apps are either too complicated (like big company software) or too basic (like simple phone notes).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1000" dirty="0"/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9679E009-366E-016F-8226-B91953F9CA64}"/>
              </a:ext>
            </a:extLst>
          </p:cNvPr>
          <p:cNvSpPr/>
          <p:nvPr/>
        </p:nvSpPr>
        <p:spPr>
          <a:xfrm flipH="1">
            <a:off x="3406246" y="-19050"/>
            <a:ext cx="57150" cy="5181600"/>
          </a:xfrm>
          <a:prstGeom prst="roundRect">
            <a:avLst>
              <a:gd name="adj" fmla="val 9116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4FADC40-8A77-44AB-B2D7-E0B33BE1BE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4620" y="170591"/>
            <a:ext cx="190500" cy="19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12E8E77D-C9F8-1953-E857-B41651BB2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5105" y="2676405"/>
            <a:ext cx="142875" cy="19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Shape 7">
            <a:extLst>
              <a:ext uri="{FF2B5EF4-FFF2-40B4-BE49-F238E27FC236}">
                <a16:creationId xmlns:a16="http://schemas.microsoft.com/office/drawing/2014/main" id="{68A95BB5-AD3C-60A4-7659-B25D049FE6BF}"/>
              </a:ext>
            </a:extLst>
          </p:cNvPr>
          <p:cNvSpPr/>
          <p:nvPr/>
        </p:nvSpPr>
        <p:spPr>
          <a:xfrm rot="5400000" flipH="1">
            <a:off x="6267019" y="-317599"/>
            <a:ext cx="57150" cy="5778697"/>
          </a:xfrm>
          <a:prstGeom prst="roundRect">
            <a:avLst>
              <a:gd name="adj" fmla="val 9116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4DB80274-9DBC-D113-6B23-9D5B52B18F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54" y="144028"/>
            <a:ext cx="280646" cy="318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Shape 2">
            <a:extLst>
              <a:ext uri="{FF2B5EF4-FFF2-40B4-BE49-F238E27FC236}">
                <a16:creationId xmlns:a16="http://schemas.microsoft.com/office/drawing/2014/main" id="{8E832F86-7428-94A4-B9F9-4416004E859F}"/>
              </a:ext>
            </a:extLst>
          </p:cNvPr>
          <p:cNvSpPr/>
          <p:nvPr/>
        </p:nvSpPr>
        <p:spPr>
          <a:xfrm>
            <a:off x="3969408" y="2834408"/>
            <a:ext cx="4722763" cy="587683"/>
          </a:xfrm>
          <a:prstGeom prst="roundRect">
            <a:avLst>
              <a:gd name="adj" fmla="val 7282"/>
            </a:avLst>
          </a:prstGeom>
          <a:solidFill>
            <a:srgbClr val="181616">
              <a:alpha val="95000"/>
            </a:srgbClr>
          </a:solidFill>
          <a:ln w="14288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E8D3E64E-80F2-1B91-6C57-F4769EA00F9C}"/>
              </a:ext>
            </a:extLst>
          </p:cNvPr>
          <p:cNvSpPr/>
          <p:nvPr/>
        </p:nvSpPr>
        <p:spPr>
          <a:xfrm>
            <a:off x="3969408" y="2803784"/>
            <a:ext cx="45719" cy="618307"/>
          </a:xfrm>
          <a:prstGeom prst="roundRect">
            <a:avLst>
              <a:gd name="adj" fmla="val 9116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0602FB2C-8BAA-887D-5555-7C9AEB4C0351}"/>
              </a:ext>
            </a:extLst>
          </p:cNvPr>
          <p:cNvSpPr/>
          <p:nvPr/>
        </p:nvSpPr>
        <p:spPr>
          <a:xfrm>
            <a:off x="4047990" y="2831317"/>
            <a:ext cx="207503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ar-SA" sz="1400" dirty="0">
                <a:solidFill>
                  <a:srgbClr val="8F8F8F"/>
                </a:solidFill>
                <a:latin typeface="Mona Sans Semi Bold" pitchFamily="34" charset="0"/>
              </a:rPr>
              <a:t> </a:t>
            </a:r>
            <a:r>
              <a:rPr lang="en-US" sz="1400" dirty="0">
                <a:solidFill>
                  <a:srgbClr val="8F8F8F"/>
                </a:solidFill>
                <a:latin typeface="Mona Sans Semi Bold" pitchFamily="34" charset="0"/>
              </a:rPr>
              <a:t>Unified Dashboard:  </a:t>
            </a:r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1FDA86C5-5943-DB32-AFDA-61629A12AFD9}"/>
              </a:ext>
            </a:extLst>
          </p:cNvPr>
          <p:cNvSpPr/>
          <p:nvPr/>
        </p:nvSpPr>
        <p:spPr>
          <a:xfrm>
            <a:off x="4107670" y="3025166"/>
            <a:ext cx="440337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000" dirty="0">
                <a:solidFill>
                  <a:srgbClr val="8F8F8F"/>
                </a:solidFill>
                <a:latin typeface="Funnel Sans" pitchFamily="34" charset="0"/>
              </a:rPr>
              <a:t>We need a single place that brings tasks and finances together to save time.</a:t>
            </a:r>
            <a:endParaRPr lang="ar-SA" sz="1000" dirty="0">
              <a:solidFill>
                <a:srgbClr val="8F8F8F"/>
              </a:solidFill>
              <a:latin typeface="Funnel Sans" pitchFamily="34" charset="0"/>
            </a:endParaRPr>
          </a:p>
          <a:p>
            <a:pPr>
              <a:lnSpc>
                <a:spcPct val="133000"/>
              </a:lnSpc>
            </a:pPr>
            <a:endParaRPr lang="en-US" sz="1000" dirty="0">
              <a:solidFill>
                <a:srgbClr val="8F8F8F"/>
              </a:solidFill>
              <a:latin typeface="Funnel Sans" pitchFamily="34" charset="0"/>
            </a:endParaRPr>
          </a:p>
        </p:txBody>
      </p:sp>
      <p:sp>
        <p:nvSpPr>
          <p:cNvPr id="25" name="Shape 6">
            <a:extLst>
              <a:ext uri="{FF2B5EF4-FFF2-40B4-BE49-F238E27FC236}">
                <a16:creationId xmlns:a16="http://schemas.microsoft.com/office/drawing/2014/main" id="{216B3E8E-19F3-2771-FCD4-AD0F51B9384F}"/>
              </a:ext>
            </a:extLst>
          </p:cNvPr>
          <p:cNvSpPr/>
          <p:nvPr/>
        </p:nvSpPr>
        <p:spPr>
          <a:xfrm>
            <a:off x="3955120" y="3499585"/>
            <a:ext cx="4722763" cy="624521"/>
          </a:xfrm>
          <a:prstGeom prst="roundRect">
            <a:avLst>
              <a:gd name="adj" fmla="val 7282"/>
            </a:avLst>
          </a:prstGeom>
          <a:solidFill>
            <a:srgbClr val="181616">
              <a:alpha val="95000"/>
            </a:srgbClr>
          </a:solidFill>
          <a:ln w="14288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7">
            <a:extLst>
              <a:ext uri="{FF2B5EF4-FFF2-40B4-BE49-F238E27FC236}">
                <a16:creationId xmlns:a16="http://schemas.microsoft.com/office/drawing/2014/main" id="{B93C2317-6091-5166-144A-AB0E3F23AB44}"/>
              </a:ext>
            </a:extLst>
          </p:cNvPr>
          <p:cNvSpPr/>
          <p:nvPr/>
        </p:nvSpPr>
        <p:spPr>
          <a:xfrm>
            <a:off x="3955120" y="3499585"/>
            <a:ext cx="57149" cy="624521"/>
          </a:xfrm>
          <a:prstGeom prst="roundRect">
            <a:avLst>
              <a:gd name="adj" fmla="val 9116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A4DF8EC8-27F7-AFF0-18EF-4726217FA81E}"/>
              </a:ext>
            </a:extLst>
          </p:cNvPr>
          <p:cNvSpPr/>
          <p:nvPr/>
        </p:nvSpPr>
        <p:spPr>
          <a:xfrm>
            <a:off x="4066198" y="3527775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8F8F8F"/>
                </a:solidFill>
                <a:latin typeface="Mona Sans Semi Bold" pitchFamily="34" charset="0"/>
              </a:rPr>
              <a:t>Secure Storage: </a:t>
            </a:r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5CF49253-0790-3877-B31A-F1037F46C025}"/>
              </a:ext>
            </a:extLst>
          </p:cNvPr>
          <p:cNvSpPr/>
          <p:nvPr/>
        </p:nvSpPr>
        <p:spPr>
          <a:xfrm>
            <a:off x="4047990" y="3707646"/>
            <a:ext cx="440337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>
              <a:lnSpc>
                <a:spcPct val="133000"/>
              </a:lnSpc>
            </a:pPr>
            <a:r>
              <a:rPr lang="en-US" sz="1000" dirty="0">
                <a:solidFill>
                  <a:srgbClr val="8F8F8F"/>
                </a:solidFill>
                <a:latin typeface="Funnel Sans" pitchFamily="34" charset="0"/>
              </a:rPr>
              <a:t>A safe digital vault to keep important files and track expiration dates automatically.</a:t>
            </a:r>
            <a:endParaRPr lang="ar-SA" sz="1000" dirty="0">
              <a:solidFill>
                <a:srgbClr val="8F8F8F"/>
              </a:solidFill>
              <a:latin typeface="Funnel Sans" pitchFamily="34" charset="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000" dirty="0"/>
          </a:p>
        </p:txBody>
      </p:sp>
      <p:sp>
        <p:nvSpPr>
          <p:cNvPr id="29" name="Shape 10">
            <a:extLst>
              <a:ext uri="{FF2B5EF4-FFF2-40B4-BE49-F238E27FC236}">
                <a16:creationId xmlns:a16="http://schemas.microsoft.com/office/drawing/2014/main" id="{82366E20-0DD0-142A-99C9-527BCDDC1B93}"/>
              </a:ext>
            </a:extLst>
          </p:cNvPr>
          <p:cNvSpPr/>
          <p:nvPr/>
        </p:nvSpPr>
        <p:spPr>
          <a:xfrm>
            <a:off x="3969408" y="4184765"/>
            <a:ext cx="4722763" cy="713078"/>
          </a:xfrm>
          <a:prstGeom prst="roundRect">
            <a:avLst>
              <a:gd name="adj" fmla="val 7282"/>
            </a:avLst>
          </a:prstGeom>
          <a:solidFill>
            <a:srgbClr val="181616">
              <a:alpha val="95000"/>
            </a:srgbClr>
          </a:solidFill>
          <a:ln w="14288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11">
            <a:extLst>
              <a:ext uri="{FF2B5EF4-FFF2-40B4-BE49-F238E27FC236}">
                <a16:creationId xmlns:a16="http://schemas.microsoft.com/office/drawing/2014/main" id="{FD8E155E-DAC8-ACCE-F2FD-6949CE1C3CE7}"/>
              </a:ext>
            </a:extLst>
          </p:cNvPr>
          <p:cNvSpPr/>
          <p:nvPr/>
        </p:nvSpPr>
        <p:spPr>
          <a:xfrm>
            <a:off x="3977979" y="4195755"/>
            <a:ext cx="45719" cy="702088"/>
          </a:xfrm>
          <a:prstGeom prst="roundRect">
            <a:avLst>
              <a:gd name="adj" fmla="val 9116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9A47FDF9-5600-4230-1121-E0C3BB2A1FB9}"/>
              </a:ext>
            </a:extLst>
          </p:cNvPr>
          <p:cNvSpPr/>
          <p:nvPr/>
        </p:nvSpPr>
        <p:spPr>
          <a:xfrm>
            <a:off x="4047990" y="4198701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8F8F8F"/>
                </a:solidFill>
                <a:latin typeface="Mona Sans Semi Bold" pitchFamily="34" charset="0"/>
              </a:rPr>
              <a:t>Simplicity &amp; Balance: </a:t>
            </a:r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703A6B17-EB45-C0CE-3688-492009187E67}"/>
              </a:ext>
            </a:extLst>
          </p:cNvPr>
          <p:cNvSpPr/>
          <p:nvPr/>
        </p:nvSpPr>
        <p:spPr>
          <a:xfrm>
            <a:off x="4066198" y="4402803"/>
            <a:ext cx="440337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>
              <a:lnSpc>
                <a:spcPct val="133000"/>
              </a:lnSpc>
            </a:pPr>
            <a:r>
              <a:rPr lang="en-US" sz="1000" dirty="0">
                <a:solidFill>
                  <a:srgbClr val="8F8F8F"/>
                </a:solidFill>
                <a:latin typeface="Funnel Sans" pitchFamily="34" charset="0"/>
              </a:rPr>
              <a:t>A system designed specifically for students and freelancers that is easy to use but very effective.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683528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A6D83A6-A4A7-FA80-2D7C-834F9B19757E}"/>
              </a:ext>
            </a:extLst>
          </p:cNvPr>
          <p:cNvSpPr txBox="1"/>
          <p:nvPr/>
        </p:nvSpPr>
        <p:spPr>
          <a:xfrm>
            <a:off x="268356" y="137167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800" b="1" i="0" u="none" strike="noStrike" dirty="0">
                <a:solidFill>
                  <a:srgbClr val="F8FAFC"/>
                </a:solidFill>
                <a:effectLst/>
                <a:latin typeface="Poppins" panose="00000500000000000000" pitchFamily="2" charset="0"/>
              </a:rPr>
              <a:t>Project Plan &amp; Agile Lifecycle</a:t>
            </a:r>
            <a:endParaRPr lang="en-US" b="0" dirty="0">
              <a:effectLst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16" name="Google Shape;153;p17">
            <a:extLst>
              <a:ext uri="{FF2B5EF4-FFF2-40B4-BE49-F238E27FC236}">
                <a16:creationId xmlns:a16="http://schemas.microsoft.com/office/drawing/2014/main" id="{060A604E-FE87-A25B-CF6E-AB6AF1E5DD5A}"/>
              </a:ext>
            </a:extLst>
          </p:cNvPr>
          <p:cNvSpPr/>
          <p:nvPr/>
        </p:nvSpPr>
        <p:spPr>
          <a:xfrm>
            <a:off x="-20471" y="1013880"/>
            <a:ext cx="9184942" cy="46617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55;p17">
            <a:extLst>
              <a:ext uri="{FF2B5EF4-FFF2-40B4-BE49-F238E27FC236}">
                <a16:creationId xmlns:a16="http://schemas.microsoft.com/office/drawing/2014/main" id="{A757C2EA-842B-3E1C-F6C7-DC2F99BE3876}"/>
              </a:ext>
            </a:extLst>
          </p:cNvPr>
          <p:cNvSpPr txBox="1"/>
          <p:nvPr/>
        </p:nvSpPr>
        <p:spPr>
          <a:xfrm>
            <a:off x="1818129" y="1121169"/>
            <a:ext cx="72390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14B8A6"/>
                </a:solidFill>
                <a:latin typeface="Urbanist"/>
                <a:ea typeface="Urbanist"/>
                <a:cs typeface="Urbanist"/>
                <a:sym typeface="Urbanist"/>
              </a:rPr>
              <a:t>Initiation</a:t>
            </a:r>
            <a:endParaRPr dirty="0"/>
          </a:p>
        </p:txBody>
      </p:sp>
      <p:sp>
        <p:nvSpPr>
          <p:cNvPr id="18" name="Google Shape;156;p17">
            <a:extLst>
              <a:ext uri="{FF2B5EF4-FFF2-40B4-BE49-F238E27FC236}">
                <a16:creationId xmlns:a16="http://schemas.microsoft.com/office/drawing/2014/main" id="{A5405965-9078-C03A-824C-8AFA58AF56D6}"/>
              </a:ext>
            </a:extLst>
          </p:cNvPr>
          <p:cNvSpPr txBox="1"/>
          <p:nvPr/>
        </p:nvSpPr>
        <p:spPr>
          <a:xfrm>
            <a:off x="1885545" y="1282752"/>
            <a:ext cx="509217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Feb 16</a:t>
            </a:r>
            <a:endParaRPr dirty="0"/>
          </a:p>
        </p:txBody>
      </p:sp>
      <p:sp>
        <p:nvSpPr>
          <p:cNvPr id="19" name="Google Shape;157;p17">
            <a:extLst>
              <a:ext uri="{FF2B5EF4-FFF2-40B4-BE49-F238E27FC236}">
                <a16:creationId xmlns:a16="http://schemas.microsoft.com/office/drawing/2014/main" id="{65CA11E4-C414-4476-5414-ADDC93299B2E}"/>
              </a:ext>
            </a:extLst>
          </p:cNvPr>
          <p:cNvSpPr txBox="1"/>
          <p:nvPr/>
        </p:nvSpPr>
        <p:spPr>
          <a:xfrm>
            <a:off x="2693928" y="1121168"/>
            <a:ext cx="595683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14B8A6"/>
                </a:solidFill>
                <a:latin typeface="Urbanist"/>
                <a:ea typeface="Urbanist"/>
                <a:cs typeface="Urbanist"/>
                <a:sym typeface="Urbanist"/>
              </a:rPr>
              <a:t>Auth</a:t>
            </a:r>
            <a:endParaRPr dirty="0"/>
          </a:p>
        </p:txBody>
      </p:sp>
      <p:sp>
        <p:nvSpPr>
          <p:cNvPr id="20" name="Google Shape;158;p17">
            <a:extLst>
              <a:ext uri="{FF2B5EF4-FFF2-40B4-BE49-F238E27FC236}">
                <a16:creationId xmlns:a16="http://schemas.microsoft.com/office/drawing/2014/main" id="{7280201F-8C49-5E06-4895-CDC27E37AA19}"/>
              </a:ext>
            </a:extLst>
          </p:cNvPr>
          <p:cNvSpPr txBox="1"/>
          <p:nvPr/>
        </p:nvSpPr>
        <p:spPr>
          <a:xfrm>
            <a:off x="2756712" y="1269085"/>
            <a:ext cx="509217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Feb 23</a:t>
            </a:r>
            <a:endParaRPr/>
          </a:p>
        </p:txBody>
      </p:sp>
      <p:sp>
        <p:nvSpPr>
          <p:cNvPr id="21" name="Google Shape;159;p17">
            <a:extLst>
              <a:ext uri="{FF2B5EF4-FFF2-40B4-BE49-F238E27FC236}">
                <a16:creationId xmlns:a16="http://schemas.microsoft.com/office/drawing/2014/main" id="{32ACA777-1ADC-DECA-298D-0D2E08E067C3}"/>
              </a:ext>
            </a:extLst>
          </p:cNvPr>
          <p:cNvSpPr txBox="1"/>
          <p:nvPr/>
        </p:nvSpPr>
        <p:spPr>
          <a:xfrm>
            <a:off x="3646929" y="1121169"/>
            <a:ext cx="1020417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14B8A6"/>
                </a:solidFill>
                <a:latin typeface="Urbanist"/>
                <a:ea typeface="Urbanist"/>
                <a:cs typeface="Urbanist"/>
                <a:sym typeface="Urbanist"/>
              </a:rPr>
              <a:t>Core Features</a:t>
            </a:r>
            <a:endParaRPr dirty="0"/>
          </a:p>
        </p:txBody>
      </p:sp>
      <p:sp>
        <p:nvSpPr>
          <p:cNvPr id="22" name="Google Shape;160;p17">
            <a:extLst>
              <a:ext uri="{FF2B5EF4-FFF2-40B4-BE49-F238E27FC236}">
                <a16:creationId xmlns:a16="http://schemas.microsoft.com/office/drawing/2014/main" id="{871033E8-ED78-E1EB-5FBD-113D88CAD867}"/>
              </a:ext>
            </a:extLst>
          </p:cNvPr>
          <p:cNvSpPr txBox="1"/>
          <p:nvPr/>
        </p:nvSpPr>
        <p:spPr>
          <a:xfrm>
            <a:off x="3861612" y="1269085"/>
            <a:ext cx="509217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Mar 02</a:t>
            </a:r>
            <a:endParaRPr/>
          </a:p>
        </p:txBody>
      </p:sp>
      <p:sp>
        <p:nvSpPr>
          <p:cNvPr id="23" name="Google Shape;161;p17">
            <a:extLst>
              <a:ext uri="{FF2B5EF4-FFF2-40B4-BE49-F238E27FC236}">
                <a16:creationId xmlns:a16="http://schemas.microsoft.com/office/drawing/2014/main" id="{1BD0B232-E2C2-7D36-8E1A-7C9C7C5516C0}"/>
              </a:ext>
            </a:extLst>
          </p:cNvPr>
          <p:cNvSpPr txBox="1"/>
          <p:nvPr/>
        </p:nvSpPr>
        <p:spPr>
          <a:xfrm>
            <a:off x="4966512" y="1121169"/>
            <a:ext cx="72390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14B8A6"/>
                </a:solidFill>
                <a:latin typeface="Urbanist"/>
                <a:ea typeface="Urbanist"/>
                <a:cs typeface="Urbanist"/>
                <a:sym typeface="Urbanist"/>
              </a:rPr>
              <a:t>Vault Sys</a:t>
            </a:r>
            <a:endParaRPr dirty="0"/>
          </a:p>
        </p:txBody>
      </p:sp>
      <p:sp>
        <p:nvSpPr>
          <p:cNvPr id="24" name="Google Shape;162;p17">
            <a:extLst>
              <a:ext uri="{FF2B5EF4-FFF2-40B4-BE49-F238E27FC236}">
                <a16:creationId xmlns:a16="http://schemas.microsoft.com/office/drawing/2014/main" id="{A054C792-94DE-B021-9327-EDD49DBDE85A}"/>
              </a:ext>
            </a:extLst>
          </p:cNvPr>
          <p:cNvSpPr txBox="1"/>
          <p:nvPr/>
        </p:nvSpPr>
        <p:spPr>
          <a:xfrm>
            <a:off x="4966512" y="1269085"/>
            <a:ext cx="509217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Mar 09</a:t>
            </a:r>
            <a:endParaRPr/>
          </a:p>
        </p:txBody>
      </p:sp>
      <p:sp>
        <p:nvSpPr>
          <p:cNvPr id="25" name="Google Shape;163;p17">
            <a:extLst>
              <a:ext uri="{FF2B5EF4-FFF2-40B4-BE49-F238E27FC236}">
                <a16:creationId xmlns:a16="http://schemas.microsoft.com/office/drawing/2014/main" id="{86DD2930-FB2C-D31D-0CF5-129201902502}"/>
              </a:ext>
            </a:extLst>
          </p:cNvPr>
          <p:cNvSpPr txBox="1"/>
          <p:nvPr/>
        </p:nvSpPr>
        <p:spPr>
          <a:xfrm>
            <a:off x="6071412" y="1121169"/>
            <a:ext cx="72390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14B8A6"/>
                </a:solidFill>
                <a:latin typeface="Urbanist"/>
                <a:ea typeface="Urbanist"/>
                <a:cs typeface="Urbanist"/>
                <a:sym typeface="Urbanist"/>
              </a:rPr>
              <a:t>Planning</a:t>
            </a:r>
            <a:endParaRPr dirty="0"/>
          </a:p>
        </p:txBody>
      </p:sp>
      <p:sp>
        <p:nvSpPr>
          <p:cNvPr id="26" name="Google Shape;164;p17">
            <a:extLst>
              <a:ext uri="{FF2B5EF4-FFF2-40B4-BE49-F238E27FC236}">
                <a16:creationId xmlns:a16="http://schemas.microsoft.com/office/drawing/2014/main" id="{1E49A674-5181-CC6C-DEA3-A9680B22EDE8}"/>
              </a:ext>
            </a:extLst>
          </p:cNvPr>
          <p:cNvSpPr txBox="1"/>
          <p:nvPr/>
        </p:nvSpPr>
        <p:spPr>
          <a:xfrm>
            <a:off x="6071412" y="1269085"/>
            <a:ext cx="509217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Mar 23</a:t>
            </a:r>
            <a:endParaRPr/>
          </a:p>
        </p:txBody>
      </p:sp>
      <p:sp>
        <p:nvSpPr>
          <p:cNvPr id="27" name="Google Shape;165;p17">
            <a:extLst>
              <a:ext uri="{FF2B5EF4-FFF2-40B4-BE49-F238E27FC236}">
                <a16:creationId xmlns:a16="http://schemas.microsoft.com/office/drawing/2014/main" id="{2A104873-95E9-D579-7F7A-81D93BA15A92}"/>
              </a:ext>
            </a:extLst>
          </p:cNvPr>
          <p:cNvSpPr txBox="1"/>
          <p:nvPr/>
        </p:nvSpPr>
        <p:spPr>
          <a:xfrm>
            <a:off x="1619667" y="2363456"/>
            <a:ext cx="667578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14B8A6"/>
                </a:solidFill>
                <a:latin typeface="Urbanist"/>
                <a:ea typeface="Urbanist"/>
                <a:cs typeface="Urbanist"/>
                <a:sym typeface="Urbanist"/>
              </a:rPr>
              <a:t>SRS Doc</a:t>
            </a:r>
            <a:endParaRPr dirty="0"/>
          </a:p>
        </p:txBody>
      </p:sp>
      <p:sp>
        <p:nvSpPr>
          <p:cNvPr id="28" name="Google Shape;166;p17">
            <a:extLst>
              <a:ext uri="{FF2B5EF4-FFF2-40B4-BE49-F238E27FC236}">
                <a16:creationId xmlns:a16="http://schemas.microsoft.com/office/drawing/2014/main" id="{8F638036-EDD2-673B-45DC-AFD4873DF8F7}"/>
              </a:ext>
            </a:extLst>
          </p:cNvPr>
          <p:cNvSpPr txBox="1"/>
          <p:nvPr/>
        </p:nvSpPr>
        <p:spPr>
          <a:xfrm>
            <a:off x="1778027" y="2511372"/>
            <a:ext cx="509217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Apr 05</a:t>
            </a:r>
            <a:endParaRPr/>
          </a:p>
        </p:txBody>
      </p:sp>
      <p:sp>
        <p:nvSpPr>
          <p:cNvPr id="29" name="Google Shape;167;p17">
            <a:extLst>
              <a:ext uri="{FF2B5EF4-FFF2-40B4-BE49-F238E27FC236}">
                <a16:creationId xmlns:a16="http://schemas.microsoft.com/office/drawing/2014/main" id="{0D6E57D3-F910-E353-9608-571A9ED4F56B}"/>
              </a:ext>
            </a:extLst>
          </p:cNvPr>
          <p:cNvSpPr txBox="1"/>
          <p:nvPr/>
        </p:nvSpPr>
        <p:spPr>
          <a:xfrm>
            <a:off x="2882927" y="2363456"/>
            <a:ext cx="509217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14B8A6"/>
                </a:solidFill>
                <a:latin typeface="Urbanist"/>
                <a:ea typeface="Urbanist"/>
                <a:cs typeface="Urbanist"/>
                <a:sym typeface="Urbanist"/>
              </a:rPr>
              <a:t>Reports</a:t>
            </a:r>
            <a:endParaRPr dirty="0"/>
          </a:p>
        </p:txBody>
      </p:sp>
      <p:sp>
        <p:nvSpPr>
          <p:cNvPr id="30" name="Google Shape;168;p17">
            <a:extLst>
              <a:ext uri="{FF2B5EF4-FFF2-40B4-BE49-F238E27FC236}">
                <a16:creationId xmlns:a16="http://schemas.microsoft.com/office/drawing/2014/main" id="{0CAB33EF-3216-86FE-3C3F-C9258D01BA7E}"/>
              </a:ext>
            </a:extLst>
          </p:cNvPr>
          <p:cNvSpPr txBox="1"/>
          <p:nvPr/>
        </p:nvSpPr>
        <p:spPr>
          <a:xfrm>
            <a:off x="2882927" y="2511372"/>
            <a:ext cx="509217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Apr 20</a:t>
            </a:r>
            <a:endParaRPr/>
          </a:p>
        </p:txBody>
      </p:sp>
      <p:sp>
        <p:nvSpPr>
          <p:cNvPr id="31" name="Google Shape;169;p17">
            <a:extLst>
              <a:ext uri="{FF2B5EF4-FFF2-40B4-BE49-F238E27FC236}">
                <a16:creationId xmlns:a16="http://schemas.microsoft.com/office/drawing/2014/main" id="{A0554C7C-1579-7212-64F9-A20CE2668BB8}"/>
              </a:ext>
            </a:extLst>
          </p:cNvPr>
          <p:cNvSpPr txBox="1"/>
          <p:nvPr/>
        </p:nvSpPr>
        <p:spPr>
          <a:xfrm>
            <a:off x="3841061" y="2363456"/>
            <a:ext cx="655983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14B8A6"/>
                </a:solidFill>
                <a:latin typeface="Urbanist"/>
                <a:ea typeface="Urbanist"/>
                <a:cs typeface="Urbanist"/>
                <a:sym typeface="Urbanist"/>
              </a:rPr>
              <a:t>SDS Doc</a:t>
            </a:r>
            <a:endParaRPr dirty="0"/>
          </a:p>
        </p:txBody>
      </p:sp>
      <p:sp>
        <p:nvSpPr>
          <p:cNvPr id="32" name="Google Shape;170;p17">
            <a:extLst>
              <a:ext uri="{FF2B5EF4-FFF2-40B4-BE49-F238E27FC236}">
                <a16:creationId xmlns:a16="http://schemas.microsoft.com/office/drawing/2014/main" id="{AF1699DB-9647-6EE6-67DF-F05A9CBFC868}"/>
              </a:ext>
            </a:extLst>
          </p:cNvPr>
          <p:cNvSpPr txBox="1"/>
          <p:nvPr/>
        </p:nvSpPr>
        <p:spPr>
          <a:xfrm>
            <a:off x="3987827" y="2511372"/>
            <a:ext cx="509217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Apr </a:t>
            </a:r>
            <a:r>
              <a:rPr lang="en-US" sz="900" dirty="0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30</a:t>
            </a:r>
            <a:endParaRPr dirty="0"/>
          </a:p>
        </p:txBody>
      </p:sp>
      <p:sp>
        <p:nvSpPr>
          <p:cNvPr id="33" name="Google Shape;171;p17">
            <a:extLst>
              <a:ext uri="{FF2B5EF4-FFF2-40B4-BE49-F238E27FC236}">
                <a16:creationId xmlns:a16="http://schemas.microsoft.com/office/drawing/2014/main" id="{54486B30-3CAC-0102-1C0F-C5A8049A4244}"/>
              </a:ext>
            </a:extLst>
          </p:cNvPr>
          <p:cNvSpPr txBox="1"/>
          <p:nvPr/>
        </p:nvSpPr>
        <p:spPr>
          <a:xfrm>
            <a:off x="4994001" y="2363456"/>
            <a:ext cx="607943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14B8A6"/>
                </a:solidFill>
                <a:latin typeface="Urbanist"/>
                <a:ea typeface="Urbanist"/>
                <a:cs typeface="Urbanist"/>
                <a:sym typeface="Urbanist"/>
              </a:rPr>
              <a:t>QA/STP</a:t>
            </a:r>
            <a:endParaRPr dirty="0"/>
          </a:p>
        </p:txBody>
      </p:sp>
      <p:sp>
        <p:nvSpPr>
          <p:cNvPr id="34" name="Google Shape;172;p17">
            <a:extLst>
              <a:ext uri="{FF2B5EF4-FFF2-40B4-BE49-F238E27FC236}">
                <a16:creationId xmlns:a16="http://schemas.microsoft.com/office/drawing/2014/main" id="{1D1D6ADC-9F95-CAE1-A296-C4FE86B87D3D}"/>
              </a:ext>
            </a:extLst>
          </p:cNvPr>
          <p:cNvSpPr txBox="1"/>
          <p:nvPr/>
        </p:nvSpPr>
        <p:spPr>
          <a:xfrm>
            <a:off x="5092727" y="2511372"/>
            <a:ext cx="509217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May 15</a:t>
            </a:r>
            <a:endParaRPr dirty="0"/>
          </a:p>
        </p:txBody>
      </p:sp>
      <p:sp>
        <p:nvSpPr>
          <p:cNvPr id="35" name="Google Shape;173;p17">
            <a:extLst>
              <a:ext uri="{FF2B5EF4-FFF2-40B4-BE49-F238E27FC236}">
                <a16:creationId xmlns:a16="http://schemas.microsoft.com/office/drawing/2014/main" id="{0DCE1C7F-8A49-3C1C-E74E-129CBB1F63FA}"/>
              </a:ext>
            </a:extLst>
          </p:cNvPr>
          <p:cNvSpPr txBox="1"/>
          <p:nvPr/>
        </p:nvSpPr>
        <p:spPr>
          <a:xfrm>
            <a:off x="6098901" y="2363456"/>
            <a:ext cx="607943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14B8A6"/>
                </a:solidFill>
                <a:latin typeface="Urbanist"/>
                <a:ea typeface="Urbanist"/>
                <a:cs typeface="Urbanist"/>
                <a:sym typeface="Urbanist"/>
              </a:rPr>
              <a:t>Launch</a:t>
            </a:r>
            <a:endParaRPr dirty="0"/>
          </a:p>
        </p:txBody>
      </p:sp>
      <p:sp>
        <p:nvSpPr>
          <p:cNvPr id="36" name="Google Shape;174;p17">
            <a:extLst>
              <a:ext uri="{FF2B5EF4-FFF2-40B4-BE49-F238E27FC236}">
                <a16:creationId xmlns:a16="http://schemas.microsoft.com/office/drawing/2014/main" id="{D62A2F85-599F-72FD-0E86-E956418258A1}"/>
              </a:ext>
            </a:extLst>
          </p:cNvPr>
          <p:cNvSpPr txBox="1"/>
          <p:nvPr/>
        </p:nvSpPr>
        <p:spPr>
          <a:xfrm>
            <a:off x="6197627" y="2511372"/>
            <a:ext cx="509217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May 20</a:t>
            </a:r>
            <a:endParaRPr dirty="0"/>
          </a:p>
        </p:txBody>
      </p:sp>
      <p:sp>
        <p:nvSpPr>
          <p:cNvPr id="37" name="Google Shape;178;p17">
            <a:extLst>
              <a:ext uri="{FF2B5EF4-FFF2-40B4-BE49-F238E27FC236}">
                <a16:creationId xmlns:a16="http://schemas.microsoft.com/office/drawing/2014/main" id="{68803201-2301-80D5-E44A-A01A2282914B}"/>
              </a:ext>
            </a:extLst>
          </p:cNvPr>
          <p:cNvSpPr/>
          <p:nvPr/>
        </p:nvSpPr>
        <p:spPr>
          <a:xfrm>
            <a:off x="1953456" y="790727"/>
            <a:ext cx="87796" cy="97113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28575" cap="flat" cmpd="sng">
            <a:solidFill>
              <a:srgbClr val="14B8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179;p17">
            <a:extLst>
              <a:ext uri="{FF2B5EF4-FFF2-40B4-BE49-F238E27FC236}">
                <a16:creationId xmlns:a16="http://schemas.microsoft.com/office/drawing/2014/main" id="{D9D0CB1B-E37D-281D-959A-F1EB78F24C83}"/>
              </a:ext>
            </a:extLst>
          </p:cNvPr>
          <p:cNvSpPr/>
          <p:nvPr/>
        </p:nvSpPr>
        <p:spPr>
          <a:xfrm>
            <a:off x="3015122" y="790727"/>
            <a:ext cx="87796" cy="97113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28575" cap="flat" cmpd="sng">
            <a:solidFill>
              <a:srgbClr val="14B8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180;p17">
            <a:extLst>
              <a:ext uri="{FF2B5EF4-FFF2-40B4-BE49-F238E27FC236}">
                <a16:creationId xmlns:a16="http://schemas.microsoft.com/office/drawing/2014/main" id="{7CE9186D-E6F8-3935-E35E-E1646E5D4932}"/>
              </a:ext>
            </a:extLst>
          </p:cNvPr>
          <p:cNvSpPr/>
          <p:nvPr/>
        </p:nvSpPr>
        <p:spPr>
          <a:xfrm>
            <a:off x="4163256" y="790727"/>
            <a:ext cx="87796" cy="97113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28575" cap="flat" cmpd="sng">
            <a:solidFill>
              <a:srgbClr val="14B8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181;p17">
            <a:extLst>
              <a:ext uri="{FF2B5EF4-FFF2-40B4-BE49-F238E27FC236}">
                <a16:creationId xmlns:a16="http://schemas.microsoft.com/office/drawing/2014/main" id="{83802BE0-FC08-03FB-60ED-658BBC1A2968}"/>
              </a:ext>
            </a:extLst>
          </p:cNvPr>
          <p:cNvSpPr/>
          <p:nvPr/>
        </p:nvSpPr>
        <p:spPr>
          <a:xfrm>
            <a:off x="5268156" y="790727"/>
            <a:ext cx="87796" cy="97113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28575" cap="flat" cmpd="sng">
            <a:solidFill>
              <a:srgbClr val="14B8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182;p17">
            <a:extLst>
              <a:ext uri="{FF2B5EF4-FFF2-40B4-BE49-F238E27FC236}">
                <a16:creationId xmlns:a16="http://schemas.microsoft.com/office/drawing/2014/main" id="{D5C530B1-0AD7-C6FA-1128-5320842A8468}"/>
              </a:ext>
            </a:extLst>
          </p:cNvPr>
          <p:cNvSpPr/>
          <p:nvPr/>
        </p:nvSpPr>
        <p:spPr>
          <a:xfrm>
            <a:off x="6373056" y="790727"/>
            <a:ext cx="87796" cy="97113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28575" cap="flat" cmpd="sng">
            <a:solidFill>
              <a:srgbClr val="14B8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183;p17">
            <a:extLst>
              <a:ext uri="{FF2B5EF4-FFF2-40B4-BE49-F238E27FC236}">
                <a16:creationId xmlns:a16="http://schemas.microsoft.com/office/drawing/2014/main" id="{A12086F9-EC07-38A3-4635-74FCF3B463BA}"/>
              </a:ext>
            </a:extLst>
          </p:cNvPr>
          <p:cNvSpPr/>
          <p:nvPr/>
        </p:nvSpPr>
        <p:spPr>
          <a:xfrm>
            <a:off x="1953456" y="2073956"/>
            <a:ext cx="87796" cy="97113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28575" cap="flat" cmpd="sng">
            <a:solidFill>
              <a:srgbClr val="14B8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184;p17">
            <a:extLst>
              <a:ext uri="{FF2B5EF4-FFF2-40B4-BE49-F238E27FC236}">
                <a16:creationId xmlns:a16="http://schemas.microsoft.com/office/drawing/2014/main" id="{7C2C83BD-249C-BB36-15BA-036C181C22BE}"/>
              </a:ext>
            </a:extLst>
          </p:cNvPr>
          <p:cNvSpPr/>
          <p:nvPr/>
        </p:nvSpPr>
        <p:spPr>
          <a:xfrm>
            <a:off x="3058356" y="2073956"/>
            <a:ext cx="87796" cy="97113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28575" cap="flat" cmpd="sng">
            <a:solidFill>
              <a:srgbClr val="14B8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185;p17">
            <a:extLst>
              <a:ext uri="{FF2B5EF4-FFF2-40B4-BE49-F238E27FC236}">
                <a16:creationId xmlns:a16="http://schemas.microsoft.com/office/drawing/2014/main" id="{34DCDB45-57DD-062B-7333-9C68DA2AFC0D}"/>
              </a:ext>
            </a:extLst>
          </p:cNvPr>
          <p:cNvSpPr/>
          <p:nvPr/>
        </p:nvSpPr>
        <p:spPr>
          <a:xfrm>
            <a:off x="4163256" y="2073956"/>
            <a:ext cx="87796" cy="97113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28575" cap="flat" cmpd="sng">
            <a:solidFill>
              <a:srgbClr val="14B8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186;p17">
            <a:extLst>
              <a:ext uri="{FF2B5EF4-FFF2-40B4-BE49-F238E27FC236}">
                <a16:creationId xmlns:a16="http://schemas.microsoft.com/office/drawing/2014/main" id="{4024F317-03FD-20AD-DD66-207815E6C59D}"/>
              </a:ext>
            </a:extLst>
          </p:cNvPr>
          <p:cNvSpPr/>
          <p:nvPr/>
        </p:nvSpPr>
        <p:spPr>
          <a:xfrm>
            <a:off x="5268156" y="2073956"/>
            <a:ext cx="87796" cy="97113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28575" cap="flat" cmpd="sng">
            <a:solidFill>
              <a:srgbClr val="14B8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187;p17">
            <a:extLst>
              <a:ext uri="{FF2B5EF4-FFF2-40B4-BE49-F238E27FC236}">
                <a16:creationId xmlns:a16="http://schemas.microsoft.com/office/drawing/2014/main" id="{AE2E41C3-7F62-7723-7FC0-36DDFCDB00B2}"/>
              </a:ext>
            </a:extLst>
          </p:cNvPr>
          <p:cNvSpPr/>
          <p:nvPr/>
        </p:nvSpPr>
        <p:spPr>
          <a:xfrm>
            <a:off x="6373056" y="2073956"/>
            <a:ext cx="87796" cy="97113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28575" cap="flat" cmpd="sng">
            <a:solidFill>
              <a:srgbClr val="14B8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153;p17">
            <a:extLst>
              <a:ext uri="{FF2B5EF4-FFF2-40B4-BE49-F238E27FC236}">
                <a16:creationId xmlns:a16="http://schemas.microsoft.com/office/drawing/2014/main" id="{8FE3C7E5-B67F-1FA3-CDE1-C31499CD35F2}"/>
              </a:ext>
            </a:extLst>
          </p:cNvPr>
          <p:cNvSpPr/>
          <p:nvPr/>
        </p:nvSpPr>
        <p:spPr>
          <a:xfrm>
            <a:off x="-68238" y="2284350"/>
            <a:ext cx="9184942" cy="46617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 descr="What Is Agile Software Development? Agile Methodology Overview">
            <a:extLst>
              <a:ext uri="{FF2B5EF4-FFF2-40B4-BE49-F238E27FC236}">
                <a16:creationId xmlns:a16="http://schemas.microsoft.com/office/drawing/2014/main" id="{DAC3C448-9271-5BC9-61AB-804F37CEF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424" y="2797787"/>
            <a:ext cx="4224428" cy="2343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328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CC7CCDE-0D1D-D299-A200-25E0F843C89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87"/>
          <a:stretch>
            <a:fillRect/>
          </a:stretch>
        </p:blipFill>
        <p:spPr bwMode="auto">
          <a:xfrm>
            <a:off x="5705256" y="101931"/>
            <a:ext cx="3495187" cy="493963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048E0C76-DBAE-3235-060D-9BF3BF47A4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9296081"/>
              </p:ext>
            </p:extLst>
          </p:nvPr>
        </p:nvGraphicFramePr>
        <p:xfrm>
          <a:off x="148912" y="-235756"/>
          <a:ext cx="5098473" cy="18016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51F8BFE-E543-35EE-26CD-DF9AC3BD15E4}"/>
              </a:ext>
            </a:extLst>
          </p:cNvPr>
          <p:cNvSpPr txBox="1"/>
          <p:nvPr/>
        </p:nvSpPr>
        <p:spPr>
          <a:xfrm>
            <a:off x="65601" y="1265368"/>
            <a:ext cx="13092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The primary actor (student/freelancer) who manages projects, expenses, and documents.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29DF90-4BC3-5E69-80D3-0E7CAE04C6BD}"/>
              </a:ext>
            </a:extLst>
          </p:cNvPr>
          <p:cNvSpPr txBox="1"/>
          <p:nvPr/>
        </p:nvSpPr>
        <p:spPr>
          <a:xfrm>
            <a:off x="1458164" y="1257301"/>
            <a:ext cx="1198416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Responsible for managing users, resolving support tickets, and broadcasting announcements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97D64D-C89A-7B8C-4DFB-CC1743BA4303}"/>
              </a:ext>
            </a:extLst>
          </p:cNvPr>
          <p:cNvSpPr txBox="1"/>
          <p:nvPr/>
        </p:nvSpPr>
        <p:spPr>
          <a:xfrm>
            <a:off x="2823203" y="1219291"/>
            <a:ext cx="119841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External user who can only view shared projects via secure links.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1EADFC-5F5E-2A42-742D-BD11F5271A99}"/>
              </a:ext>
            </a:extLst>
          </p:cNvPr>
          <p:cNvSpPr txBox="1"/>
          <p:nvPr/>
        </p:nvSpPr>
        <p:spPr>
          <a:xfrm>
            <a:off x="3896931" y="1291652"/>
            <a:ext cx="1589778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Background actor responsible for enforcing budget limits, sending email alerts, validating MIME types, and recording audit logs.</a:t>
            </a:r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3F212555-8786-6BFC-81A9-3071DCBB7082}"/>
              </a:ext>
            </a:extLst>
          </p:cNvPr>
          <p:cNvSpPr/>
          <p:nvPr/>
        </p:nvSpPr>
        <p:spPr>
          <a:xfrm rot="5400000" flipH="1">
            <a:off x="2824054" y="-32354"/>
            <a:ext cx="57150" cy="5778697"/>
          </a:xfrm>
          <a:prstGeom prst="roundRect">
            <a:avLst>
              <a:gd name="adj" fmla="val 9116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722ED4-A037-1FFA-6C70-1A7FA3734FC3}"/>
              </a:ext>
            </a:extLst>
          </p:cNvPr>
          <p:cNvSpPr txBox="1"/>
          <p:nvPr/>
        </p:nvSpPr>
        <p:spPr>
          <a:xfrm>
            <a:off x="-1" y="2891346"/>
            <a:ext cx="570525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>
                <a:solidFill>
                  <a:schemeClr val="bg1"/>
                </a:solidFill>
              </a:rPr>
              <a:t>Financial &amp; Project Management:</a:t>
            </a:r>
            <a:r>
              <a:rPr lang="en-US" sz="1200" dirty="0">
                <a:solidFill>
                  <a:schemeClr val="bg1"/>
                </a:solidFill>
              </a:rPr>
              <a:t> Creating projects, adding/managing expenses, and generating financial reports.</a:t>
            </a:r>
            <a:endParaRPr lang="ar-SA" sz="1200" dirty="0">
              <a:solidFill>
                <a:schemeClr val="bg1"/>
              </a:solidFill>
            </a:endParaRPr>
          </a:p>
          <a:p>
            <a:pPr>
              <a:buNone/>
            </a:pPr>
            <a:endParaRPr lang="en-US" sz="12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200" b="1" dirty="0">
                <a:solidFill>
                  <a:schemeClr val="bg1"/>
                </a:solidFill>
              </a:rPr>
              <a:t>Document Vault Operations:</a:t>
            </a:r>
            <a:r>
              <a:rPr lang="en-US" sz="1200" dirty="0">
                <a:solidFill>
                  <a:schemeClr val="bg1"/>
                </a:solidFill>
              </a:rPr>
              <a:t> Uploading documents with automated MIME validation and scanning warranty expiries.</a:t>
            </a:r>
            <a:endParaRPr lang="ar-SA" sz="1200" dirty="0">
              <a:solidFill>
                <a:schemeClr val="bg1"/>
              </a:solidFill>
            </a:endParaRPr>
          </a:p>
          <a:p>
            <a:pPr>
              <a:buNone/>
            </a:pPr>
            <a:endParaRPr lang="en-US" sz="12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200" b="1" dirty="0">
                <a:solidFill>
                  <a:schemeClr val="bg1"/>
                </a:solidFill>
              </a:rPr>
              <a:t>Collaboration &amp; Support:</a:t>
            </a:r>
            <a:r>
              <a:rPr lang="en-US" sz="1200" dirty="0">
                <a:solidFill>
                  <a:schemeClr val="bg1"/>
                </a:solidFill>
              </a:rPr>
              <a:t> Generating secure share links (with auto-revoke capability) and submitting/resolving support tickets.</a:t>
            </a:r>
            <a:endParaRPr lang="ar-SA" sz="1200" dirty="0">
              <a:solidFill>
                <a:schemeClr val="bg1"/>
              </a:solidFill>
            </a:endParaRPr>
          </a:p>
          <a:p>
            <a:pPr>
              <a:buNone/>
            </a:pPr>
            <a:endParaRPr lang="en-US" sz="12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200" b="1" dirty="0">
                <a:solidFill>
                  <a:schemeClr val="bg1"/>
                </a:solidFill>
              </a:rPr>
              <a:t>System Integrity:</a:t>
            </a:r>
            <a:r>
              <a:rPr lang="en-US" sz="1200" dirty="0">
                <a:solidFill>
                  <a:schemeClr val="bg1"/>
                </a:solidFill>
              </a:rPr>
              <a:t> Background processes that strictly enforce rules like budget limits and audit logging (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</a:rPr>
              <a:t>&lt;&lt;include&gt;&gt;</a:t>
            </a:r>
            <a:r>
              <a:rPr lang="en-US" sz="1200" dirty="0">
                <a:solidFill>
                  <a:schemeClr val="bg1"/>
                </a:solidFill>
              </a:rPr>
              <a:t> relationships).</a:t>
            </a:r>
          </a:p>
        </p:txBody>
      </p:sp>
    </p:spTree>
    <p:extLst>
      <p:ext uri="{BB962C8B-B14F-4D97-AF65-F5344CB8AC3E}">
        <p14:creationId xmlns:p14="http://schemas.microsoft.com/office/powerpoint/2010/main" val="2362140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5;p13">
            <a:extLst>
              <a:ext uri="{FF2B5EF4-FFF2-40B4-BE49-F238E27FC236}">
                <a16:creationId xmlns:a16="http://schemas.microsoft.com/office/drawing/2014/main" id="{3F6FE859-5620-B82C-5CE5-DA1481867FBD}"/>
              </a:ext>
            </a:extLst>
          </p:cNvPr>
          <p:cNvSpPr txBox="1"/>
          <p:nvPr/>
        </p:nvSpPr>
        <p:spPr>
          <a:xfrm>
            <a:off x="417129" y="31763"/>
            <a:ext cx="114014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Non-Functional Requirements</a:t>
            </a:r>
            <a:endParaRPr sz="1400" dirty="0"/>
          </a:p>
        </p:txBody>
      </p:sp>
      <p:sp>
        <p:nvSpPr>
          <p:cNvPr id="4" name="Google Shape;116;p13">
            <a:extLst>
              <a:ext uri="{FF2B5EF4-FFF2-40B4-BE49-F238E27FC236}">
                <a16:creationId xmlns:a16="http://schemas.microsoft.com/office/drawing/2014/main" id="{46487CFF-1D7E-8020-657B-22BEB151E5C8}"/>
              </a:ext>
            </a:extLst>
          </p:cNvPr>
          <p:cNvSpPr/>
          <p:nvPr/>
        </p:nvSpPr>
        <p:spPr>
          <a:xfrm>
            <a:off x="264729" y="-5297"/>
            <a:ext cx="57150" cy="600075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85;p13" descr="image.png">
            <a:extLst>
              <a:ext uri="{FF2B5EF4-FFF2-40B4-BE49-F238E27FC236}">
                <a16:creationId xmlns:a16="http://schemas.microsoft.com/office/drawing/2014/main" id="{B2BFB55A-1D37-8475-67C0-F1D45712323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16271" y="805174"/>
            <a:ext cx="3197125" cy="430004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90;p13">
            <a:extLst>
              <a:ext uri="{FF2B5EF4-FFF2-40B4-BE49-F238E27FC236}">
                <a16:creationId xmlns:a16="http://schemas.microsoft.com/office/drawing/2014/main" id="{94DB89CA-0D3E-821A-A5C2-512A5CA528AE}"/>
              </a:ext>
            </a:extLst>
          </p:cNvPr>
          <p:cNvSpPr txBox="1"/>
          <p:nvPr/>
        </p:nvSpPr>
        <p:spPr>
          <a:xfrm>
            <a:off x="179004" y="1405560"/>
            <a:ext cx="3046943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System</a:t>
            </a:r>
            <a:r>
              <a:rPr lang="en-US" sz="195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Security</a:t>
            </a:r>
            <a:endParaRPr dirty="0"/>
          </a:p>
        </p:txBody>
      </p:sp>
      <p:sp>
        <p:nvSpPr>
          <p:cNvPr id="15" name="Google Shape;91;p13">
            <a:extLst>
              <a:ext uri="{FF2B5EF4-FFF2-40B4-BE49-F238E27FC236}">
                <a16:creationId xmlns:a16="http://schemas.microsoft.com/office/drawing/2014/main" id="{2BABF0CD-CB78-ADB1-5EDB-4C9B00A5B668}"/>
              </a:ext>
            </a:extLst>
          </p:cNvPr>
          <p:cNvSpPr txBox="1"/>
          <p:nvPr/>
        </p:nvSpPr>
        <p:spPr>
          <a:xfrm>
            <a:off x="179004" y="1804124"/>
            <a:ext cx="29018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Establishing a zero-trust baseline to protect user financial assets.</a:t>
            </a:r>
            <a:endParaRPr dirty="0"/>
          </a:p>
        </p:txBody>
      </p:sp>
      <p:pic>
        <p:nvPicPr>
          <p:cNvPr id="16" name="Google Shape;100;p13" descr="image.png">
            <a:extLst>
              <a:ext uri="{FF2B5EF4-FFF2-40B4-BE49-F238E27FC236}">
                <a16:creationId xmlns:a16="http://schemas.microsoft.com/office/drawing/2014/main" id="{0B095A81-744A-E4EC-B99B-1590AD5965E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1879" y="957729"/>
            <a:ext cx="381000" cy="29947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01;p13">
            <a:extLst>
              <a:ext uri="{FF2B5EF4-FFF2-40B4-BE49-F238E27FC236}">
                <a16:creationId xmlns:a16="http://schemas.microsoft.com/office/drawing/2014/main" id="{85A03F73-8FE9-5382-2DD5-FCDDF1C5ED1B}"/>
              </a:ext>
            </a:extLst>
          </p:cNvPr>
          <p:cNvSpPr txBox="1"/>
          <p:nvPr/>
        </p:nvSpPr>
        <p:spPr>
          <a:xfrm>
            <a:off x="417129" y="2486319"/>
            <a:ext cx="26637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Bcrypt</a:t>
            </a:r>
            <a:r>
              <a:rPr lang="en-US" sz="1275" b="1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Hashing:</a:t>
            </a:r>
            <a:r>
              <a:rPr lang="en-US" sz="1275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Secure credential storage.</a:t>
            </a:r>
            <a:endParaRPr dirty="0"/>
          </a:p>
        </p:txBody>
      </p:sp>
      <p:sp>
        <p:nvSpPr>
          <p:cNvPr id="18" name="Google Shape;102;p13">
            <a:extLst>
              <a:ext uri="{FF2B5EF4-FFF2-40B4-BE49-F238E27FC236}">
                <a16:creationId xmlns:a16="http://schemas.microsoft.com/office/drawing/2014/main" id="{73FDF21C-FCC0-8CE6-CAAA-421D2A7E113F}"/>
              </a:ext>
            </a:extLst>
          </p:cNvPr>
          <p:cNvSpPr txBox="1"/>
          <p:nvPr/>
        </p:nvSpPr>
        <p:spPr>
          <a:xfrm>
            <a:off x="417128" y="3024810"/>
            <a:ext cx="26637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CSRF Guards:</a:t>
            </a:r>
            <a:r>
              <a:rPr lang="en-US" sz="1275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Token-based session protection.</a:t>
            </a:r>
            <a:endParaRPr dirty="0"/>
          </a:p>
        </p:txBody>
      </p:sp>
      <p:sp>
        <p:nvSpPr>
          <p:cNvPr id="19" name="Google Shape;103;p13">
            <a:extLst>
              <a:ext uri="{FF2B5EF4-FFF2-40B4-BE49-F238E27FC236}">
                <a16:creationId xmlns:a16="http://schemas.microsoft.com/office/drawing/2014/main" id="{463A1692-2D44-CCDF-1B0D-8D96A458719A}"/>
              </a:ext>
            </a:extLst>
          </p:cNvPr>
          <p:cNvSpPr txBox="1"/>
          <p:nvPr/>
        </p:nvSpPr>
        <p:spPr>
          <a:xfrm>
            <a:off x="417129" y="3563301"/>
            <a:ext cx="26637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PDO Statements:</a:t>
            </a:r>
            <a:r>
              <a:rPr lang="en-US" sz="1275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Prevention of SQL Injection.</a:t>
            </a:r>
            <a:endParaRPr dirty="0"/>
          </a:p>
        </p:txBody>
      </p:sp>
      <p:sp>
        <p:nvSpPr>
          <p:cNvPr id="20" name="Google Shape;104;p13">
            <a:extLst>
              <a:ext uri="{FF2B5EF4-FFF2-40B4-BE49-F238E27FC236}">
                <a16:creationId xmlns:a16="http://schemas.microsoft.com/office/drawing/2014/main" id="{98EA25DF-551E-617C-B521-C814EC971659}"/>
              </a:ext>
            </a:extLst>
          </p:cNvPr>
          <p:cNvSpPr txBox="1"/>
          <p:nvPr/>
        </p:nvSpPr>
        <p:spPr>
          <a:xfrm>
            <a:off x="417129" y="4154508"/>
            <a:ext cx="26637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Brute-Force Lockout:</a:t>
            </a:r>
            <a:r>
              <a:rPr lang="en-US" sz="1275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Automated account protection.</a:t>
            </a:r>
            <a:endParaRPr dirty="0"/>
          </a:p>
        </p:txBody>
      </p:sp>
      <p:pic>
        <p:nvPicPr>
          <p:cNvPr id="25" name="Google Shape;86;p13" descr="image.png">
            <a:extLst>
              <a:ext uri="{FF2B5EF4-FFF2-40B4-BE49-F238E27FC236}">
                <a16:creationId xmlns:a16="http://schemas.microsoft.com/office/drawing/2014/main" id="{ABD2B341-7278-0BF8-916E-4E0968DA811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80853" y="860352"/>
            <a:ext cx="3342371" cy="430004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94;p13">
            <a:extLst>
              <a:ext uri="{FF2B5EF4-FFF2-40B4-BE49-F238E27FC236}">
                <a16:creationId xmlns:a16="http://schemas.microsoft.com/office/drawing/2014/main" id="{C4BD0810-381E-B199-0E93-78493CBACECD}"/>
              </a:ext>
            </a:extLst>
          </p:cNvPr>
          <p:cNvSpPr txBox="1"/>
          <p:nvPr/>
        </p:nvSpPr>
        <p:spPr>
          <a:xfrm>
            <a:off x="3231028" y="1397036"/>
            <a:ext cx="3047099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Optimized</a:t>
            </a:r>
            <a:r>
              <a:rPr lang="en-US" sz="195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Performance</a:t>
            </a:r>
            <a:endParaRPr dirty="0"/>
          </a:p>
        </p:txBody>
      </p:sp>
      <p:sp>
        <p:nvSpPr>
          <p:cNvPr id="27" name="Google Shape;95;p13">
            <a:extLst>
              <a:ext uri="{FF2B5EF4-FFF2-40B4-BE49-F238E27FC236}">
                <a16:creationId xmlns:a16="http://schemas.microsoft.com/office/drawing/2014/main" id="{3F27D763-031D-E3DA-293D-8219BF2FF217}"/>
              </a:ext>
            </a:extLst>
          </p:cNvPr>
          <p:cNvSpPr txBox="1"/>
          <p:nvPr/>
        </p:nvSpPr>
        <p:spPr>
          <a:xfrm>
            <a:off x="3376128" y="1691654"/>
            <a:ext cx="2901999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Ensuring high-speed interactions and seamless visual feedback.</a:t>
            </a:r>
            <a:endParaRPr dirty="0"/>
          </a:p>
        </p:txBody>
      </p:sp>
      <p:pic>
        <p:nvPicPr>
          <p:cNvPr id="28" name="Google Shape;105;p13" descr="image.png">
            <a:extLst>
              <a:ext uri="{FF2B5EF4-FFF2-40B4-BE49-F238E27FC236}">
                <a16:creationId xmlns:a16="http://schemas.microsoft.com/office/drawing/2014/main" id="{01B3E526-9497-1041-A5DD-FFC2377F65E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57103" y="103607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6;p13">
            <a:extLst>
              <a:ext uri="{FF2B5EF4-FFF2-40B4-BE49-F238E27FC236}">
                <a16:creationId xmlns:a16="http://schemas.microsoft.com/office/drawing/2014/main" id="{CFCDC844-3247-A32F-D17D-C5C81120DE94}"/>
              </a:ext>
            </a:extLst>
          </p:cNvPr>
          <p:cNvSpPr txBox="1"/>
          <p:nvPr/>
        </p:nvSpPr>
        <p:spPr>
          <a:xfrm>
            <a:off x="3614253" y="2359202"/>
            <a:ext cx="2663874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60 FPS Rendering:</a:t>
            </a:r>
            <a:r>
              <a:rPr lang="en-US" sz="1275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Smooth UI transitions.</a:t>
            </a:r>
            <a:endParaRPr dirty="0"/>
          </a:p>
        </p:txBody>
      </p:sp>
      <p:sp>
        <p:nvSpPr>
          <p:cNvPr id="30" name="Google Shape;107;p13">
            <a:extLst>
              <a:ext uri="{FF2B5EF4-FFF2-40B4-BE49-F238E27FC236}">
                <a16:creationId xmlns:a16="http://schemas.microsoft.com/office/drawing/2014/main" id="{E33DEAD4-3F33-E639-B2CD-FA00B011AF37}"/>
              </a:ext>
            </a:extLst>
          </p:cNvPr>
          <p:cNvSpPr txBox="1"/>
          <p:nvPr/>
        </p:nvSpPr>
        <p:spPr>
          <a:xfrm>
            <a:off x="3614253" y="3024810"/>
            <a:ext cx="2663874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LCP Under 0.7s:</a:t>
            </a:r>
            <a:r>
              <a:rPr lang="en-US" sz="1275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Near-instant content loading.</a:t>
            </a:r>
            <a:endParaRPr dirty="0"/>
          </a:p>
        </p:txBody>
      </p:sp>
      <p:sp>
        <p:nvSpPr>
          <p:cNvPr id="31" name="Google Shape;108;p13">
            <a:extLst>
              <a:ext uri="{FF2B5EF4-FFF2-40B4-BE49-F238E27FC236}">
                <a16:creationId xmlns:a16="http://schemas.microsoft.com/office/drawing/2014/main" id="{70BE1094-6AEA-AE0F-7AE2-BBD0EE8AC210}"/>
              </a:ext>
            </a:extLst>
          </p:cNvPr>
          <p:cNvSpPr txBox="1"/>
          <p:nvPr/>
        </p:nvSpPr>
        <p:spPr>
          <a:xfrm>
            <a:off x="3614253" y="3655447"/>
            <a:ext cx="2663874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Smart Polling:</a:t>
            </a:r>
            <a:r>
              <a:rPr lang="en-US" sz="1275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60s intervals for background sync.</a:t>
            </a:r>
            <a:endParaRPr dirty="0"/>
          </a:p>
        </p:txBody>
      </p:sp>
      <p:sp>
        <p:nvSpPr>
          <p:cNvPr id="32" name="Google Shape;109;p13">
            <a:extLst>
              <a:ext uri="{FF2B5EF4-FFF2-40B4-BE49-F238E27FC236}">
                <a16:creationId xmlns:a16="http://schemas.microsoft.com/office/drawing/2014/main" id="{1B17F5EE-8567-787C-BABF-F021B39EB9A7}"/>
              </a:ext>
            </a:extLst>
          </p:cNvPr>
          <p:cNvSpPr txBox="1"/>
          <p:nvPr/>
        </p:nvSpPr>
        <p:spPr>
          <a:xfrm>
            <a:off x="3614253" y="4316942"/>
            <a:ext cx="2663874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Chart.js Optimization:</a:t>
            </a:r>
            <a:r>
              <a:rPr lang="en-US" sz="1275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Real-time financial viz.</a:t>
            </a:r>
            <a:endParaRPr dirty="0"/>
          </a:p>
        </p:txBody>
      </p:sp>
      <p:pic>
        <p:nvPicPr>
          <p:cNvPr id="33" name="Google Shape;87;p13" descr="image.png">
            <a:extLst>
              <a:ext uri="{FF2B5EF4-FFF2-40B4-BE49-F238E27FC236}">
                <a16:creationId xmlns:a16="http://schemas.microsoft.com/office/drawing/2014/main" id="{025DFB6A-7E70-F023-D02D-AC3F93A03F0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78127" y="860352"/>
            <a:ext cx="2901850" cy="4300045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98;p13">
            <a:extLst>
              <a:ext uri="{FF2B5EF4-FFF2-40B4-BE49-F238E27FC236}">
                <a16:creationId xmlns:a16="http://schemas.microsoft.com/office/drawing/2014/main" id="{2054E91D-5421-2324-78E4-3FCB9D22F57A}"/>
              </a:ext>
            </a:extLst>
          </p:cNvPr>
          <p:cNvSpPr txBox="1"/>
          <p:nvPr/>
        </p:nvSpPr>
        <p:spPr>
          <a:xfrm>
            <a:off x="6423224" y="1381411"/>
            <a:ext cx="3989342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Architectural</a:t>
            </a:r>
            <a:r>
              <a:rPr lang="en-US" sz="195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Scalability</a:t>
            </a:r>
            <a:endParaRPr dirty="0"/>
          </a:p>
        </p:txBody>
      </p:sp>
      <p:sp>
        <p:nvSpPr>
          <p:cNvPr id="35" name="Google Shape;99;p13">
            <a:extLst>
              <a:ext uri="{FF2B5EF4-FFF2-40B4-BE49-F238E27FC236}">
                <a16:creationId xmlns:a16="http://schemas.microsoft.com/office/drawing/2014/main" id="{283A74A9-8A10-9695-03D8-3815C6A5AAFF}"/>
              </a:ext>
            </a:extLst>
          </p:cNvPr>
          <p:cNvSpPr txBox="1"/>
          <p:nvPr/>
        </p:nvSpPr>
        <p:spPr>
          <a:xfrm>
            <a:off x="6335429" y="1741415"/>
            <a:ext cx="29018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Engineering a foundation that grows with user expansion.</a:t>
            </a:r>
            <a:endParaRPr sz="1400" dirty="0"/>
          </a:p>
        </p:txBody>
      </p:sp>
      <p:pic>
        <p:nvPicPr>
          <p:cNvPr id="36" name="Google Shape;110;p13" descr="image.png">
            <a:extLst>
              <a:ext uri="{FF2B5EF4-FFF2-40B4-BE49-F238E27FC236}">
                <a16:creationId xmlns:a16="http://schemas.microsoft.com/office/drawing/2014/main" id="{46EC36B4-EDA7-4362-C0DA-36EB4786CC9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35327" y="1010272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111;p13">
            <a:extLst>
              <a:ext uri="{FF2B5EF4-FFF2-40B4-BE49-F238E27FC236}">
                <a16:creationId xmlns:a16="http://schemas.microsoft.com/office/drawing/2014/main" id="{5516AFBF-D0D3-5294-7DC8-19EEECF80D6D}"/>
              </a:ext>
            </a:extLst>
          </p:cNvPr>
          <p:cNvSpPr txBox="1"/>
          <p:nvPr/>
        </p:nvSpPr>
        <p:spPr>
          <a:xfrm>
            <a:off x="6573554" y="2399106"/>
            <a:ext cx="26637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MVC Pattern:</a:t>
            </a:r>
            <a:r>
              <a:rPr lang="en-US" sz="1275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Decoupled logic for expansion.</a:t>
            </a:r>
            <a:endParaRPr dirty="0"/>
          </a:p>
        </p:txBody>
      </p:sp>
      <p:sp>
        <p:nvSpPr>
          <p:cNvPr id="38" name="Google Shape;112;p13">
            <a:extLst>
              <a:ext uri="{FF2B5EF4-FFF2-40B4-BE49-F238E27FC236}">
                <a16:creationId xmlns:a16="http://schemas.microsoft.com/office/drawing/2014/main" id="{9DCD11CC-644C-B84C-4A43-4D5BC6A7908F}"/>
              </a:ext>
            </a:extLst>
          </p:cNvPr>
          <p:cNvSpPr txBox="1"/>
          <p:nvPr/>
        </p:nvSpPr>
        <p:spPr>
          <a:xfrm>
            <a:off x="6544903" y="2949580"/>
            <a:ext cx="26637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Indexed MySQL:</a:t>
            </a:r>
            <a:r>
              <a:rPr lang="en-US" sz="1275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High-volume data retrieval.</a:t>
            </a:r>
            <a:endParaRPr dirty="0"/>
          </a:p>
        </p:txBody>
      </p:sp>
      <p:sp>
        <p:nvSpPr>
          <p:cNvPr id="39" name="Google Shape;113;p13">
            <a:extLst>
              <a:ext uri="{FF2B5EF4-FFF2-40B4-BE49-F238E27FC236}">
                <a16:creationId xmlns:a16="http://schemas.microsoft.com/office/drawing/2014/main" id="{D0BDAD77-3B29-179E-9633-4B9C65083C14}"/>
              </a:ext>
            </a:extLst>
          </p:cNvPr>
          <p:cNvSpPr txBox="1"/>
          <p:nvPr/>
        </p:nvSpPr>
        <p:spPr>
          <a:xfrm>
            <a:off x="6530577" y="3537348"/>
            <a:ext cx="26637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Modular API:</a:t>
            </a:r>
            <a:r>
              <a:rPr lang="en-US" sz="1275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Easy integration of new modules.</a:t>
            </a:r>
            <a:endParaRPr dirty="0"/>
          </a:p>
        </p:txBody>
      </p:sp>
      <p:sp>
        <p:nvSpPr>
          <p:cNvPr id="40" name="Google Shape;114;p13">
            <a:extLst>
              <a:ext uri="{FF2B5EF4-FFF2-40B4-BE49-F238E27FC236}">
                <a16:creationId xmlns:a16="http://schemas.microsoft.com/office/drawing/2014/main" id="{66C15F4A-7B73-33E3-EEB4-593F7F4A8BF1}"/>
              </a:ext>
            </a:extLst>
          </p:cNvPr>
          <p:cNvSpPr txBox="1"/>
          <p:nvPr/>
        </p:nvSpPr>
        <p:spPr>
          <a:xfrm>
            <a:off x="6530576" y="4121470"/>
            <a:ext cx="26637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RESTful Logic:</a:t>
            </a:r>
            <a:r>
              <a:rPr lang="en-US" sz="1275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Stateless backend communication.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62277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11;p19">
            <a:extLst>
              <a:ext uri="{FF2B5EF4-FFF2-40B4-BE49-F238E27FC236}">
                <a16:creationId xmlns:a16="http://schemas.microsoft.com/office/drawing/2014/main" id="{84C44D43-D44D-E854-CD84-5A38A7184446}"/>
              </a:ext>
            </a:extLst>
          </p:cNvPr>
          <p:cNvSpPr txBox="1"/>
          <p:nvPr/>
        </p:nvSpPr>
        <p:spPr>
          <a:xfrm>
            <a:off x="97535" y="69950"/>
            <a:ext cx="635794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4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System </a:t>
            </a:r>
            <a:r>
              <a:rPr lang="en-US" sz="2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Architectural-</a:t>
            </a:r>
            <a:r>
              <a:rPr lang="en-US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MVC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400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15F8643-25DD-7A4D-F4CE-833C0A4E3C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29988" y="174972"/>
            <a:ext cx="3165099" cy="4534659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309C3BFB-A024-DB47-CA52-DEBA72B8C78A}"/>
              </a:ext>
            </a:extLst>
          </p:cNvPr>
          <p:cNvSpPr/>
          <p:nvPr/>
        </p:nvSpPr>
        <p:spPr>
          <a:xfrm>
            <a:off x="282127" y="535595"/>
            <a:ext cx="2829446" cy="459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Mizan is built using the </a:t>
            </a:r>
            <a:r>
              <a:rPr lang="en-US" sz="6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MVC (Model-View-Controller)</a:t>
            </a:r>
            <a:r>
              <a:rPr lang="en-US" sz="6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pattern, ensuring clean separation of concerns and maintainability. The architecture supports secure session management, dynamic UI rendering with Chart.js for visual reports, and automated notification polling at 60-second intervals.</a:t>
            </a:r>
            <a:endParaRPr lang="en-US" sz="650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DAB65848-3EFE-3801-E7EB-8C270A942816}"/>
              </a:ext>
            </a:extLst>
          </p:cNvPr>
          <p:cNvSpPr/>
          <p:nvPr/>
        </p:nvSpPr>
        <p:spPr>
          <a:xfrm>
            <a:off x="282127" y="4661505"/>
            <a:ext cx="7335069" cy="247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4000"/>
              </a:lnSpc>
            </a:pPr>
            <a:r>
              <a:rPr lang="en-US" sz="65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MVC pattern separates data logic (Model), user interface (View), and application control flow (Controller) for clean, maintainable code</a:t>
            </a:r>
            <a:br>
              <a:rPr lang="en-US" sz="65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</a:br>
            <a:r>
              <a:rPr lang="en-US" sz="800" dirty="0">
                <a:solidFill>
                  <a:schemeClr val="bg1"/>
                </a:solidFill>
              </a:rPr>
              <a:t>PDO (PHP Data Objects) :is the core security tool used to ensure Mizan’s database is completely locked down against data breaches</a:t>
            </a:r>
            <a:br>
              <a:rPr lang="en-US" sz="65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</a:br>
            <a:r>
              <a:rPr lang="en-US" sz="65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</a:t>
            </a:r>
            <a:endParaRPr lang="en-US" sz="650" dirty="0">
              <a:solidFill>
                <a:schemeClr val="bg1"/>
              </a:solidFill>
            </a:endParaRPr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B042F4F3-0E22-81CB-B5CA-21072C981997}"/>
              </a:ext>
            </a:extLst>
          </p:cNvPr>
          <p:cNvSpPr/>
          <p:nvPr/>
        </p:nvSpPr>
        <p:spPr>
          <a:xfrm>
            <a:off x="498706" y="1430689"/>
            <a:ext cx="2002199" cy="24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ea typeface="Mona Sans Semi Bold" pitchFamily="34" charset="-122"/>
                <a:cs typeface="Arial" panose="020B0604020202020204" pitchFamily="34" charset="0"/>
              </a:rPr>
              <a:t>Tech Stack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959E6663-716B-5D23-1453-4745A4F5607A}"/>
              </a:ext>
            </a:extLst>
          </p:cNvPr>
          <p:cNvSpPr/>
          <p:nvPr/>
        </p:nvSpPr>
        <p:spPr>
          <a:xfrm>
            <a:off x="320815" y="1777366"/>
            <a:ext cx="2581470" cy="955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4000"/>
              </a:lnSpc>
              <a:buSzPct val="100000"/>
              <a:buChar char="•"/>
            </a:pPr>
            <a:r>
              <a:rPr lang="en-US" sz="900" b="1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Backend:</a:t>
            </a:r>
            <a:r>
              <a:rPr lang="en-US" sz="90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PHP</a:t>
            </a:r>
            <a:endParaRPr lang="en-US" sz="900" dirty="0">
              <a:solidFill>
                <a:schemeClr val="bg1"/>
              </a:solidFill>
            </a:endParaRPr>
          </a:p>
          <a:p>
            <a:pPr marL="342900" indent="-342900" algn="l">
              <a:lnSpc>
                <a:spcPct val="114000"/>
              </a:lnSpc>
              <a:buSzPct val="100000"/>
              <a:buChar char="•"/>
            </a:pPr>
            <a:r>
              <a:rPr lang="en-US" sz="900" b="1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Database:</a:t>
            </a:r>
            <a:r>
              <a:rPr lang="en-US" sz="90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MySQL(phpMyAdmin)</a:t>
            </a:r>
            <a:endParaRPr lang="en-US" sz="900" dirty="0">
              <a:solidFill>
                <a:schemeClr val="bg1"/>
              </a:solidFill>
            </a:endParaRPr>
          </a:p>
          <a:p>
            <a:pPr marL="342900" indent="-342900" algn="l">
              <a:lnSpc>
                <a:spcPct val="114000"/>
              </a:lnSpc>
              <a:buSzPct val="100000"/>
              <a:buChar char="•"/>
            </a:pPr>
            <a:r>
              <a:rPr lang="en-US" sz="900" b="1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Frontend:</a:t>
            </a:r>
            <a:r>
              <a:rPr lang="en-US" sz="90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HTML / CSS / JavaScript</a:t>
            </a:r>
            <a:endParaRPr lang="en-US" sz="900" dirty="0">
              <a:solidFill>
                <a:schemeClr val="bg1"/>
              </a:solidFill>
            </a:endParaRPr>
          </a:p>
          <a:p>
            <a:pPr marL="342900" indent="-342900" algn="l">
              <a:lnSpc>
                <a:spcPct val="114000"/>
              </a:lnSpc>
              <a:buSzPct val="100000"/>
              <a:buChar char="•"/>
            </a:pPr>
            <a:r>
              <a:rPr lang="en-US" sz="900" b="1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Charts:</a:t>
            </a:r>
            <a:r>
              <a:rPr lang="en-US" sz="90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Chart.js integration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087B319-CF4A-66AD-E053-EC7FE3C0EC38}"/>
              </a:ext>
            </a:extLst>
          </p:cNvPr>
          <p:cNvSpPr/>
          <p:nvPr/>
        </p:nvSpPr>
        <p:spPr>
          <a:xfrm>
            <a:off x="498706" y="2600771"/>
            <a:ext cx="1938635" cy="136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chemeClr val="bg1"/>
                </a:solidFill>
                <a:latin typeface="Arial" panose="020B0604020202020204" pitchFamily="34" charset="0"/>
                <a:ea typeface="Mona Sans Semi Bold" pitchFamily="34" charset="-122"/>
                <a:cs typeface="Arial" panose="020B0604020202020204" pitchFamily="34" charset="0"/>
              </a:rPr>
              <a:t>Database Design &amp; Integrity</a:t>
            </a:r>
            <a:endParaRPr lang="en-US" sz="1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89E923-6A13-2FC8-9A96-71A09399E357}"/>
              </a:ext>
            </a:extLst>
          </p:cNvPr>
          <p:cNvSpPr txBox="1"/>
          <p:nvPr/>
        </p:nvSpPr>
        <p:spPr>
          <a:xfrm>
            <a:off x="282127" y="2919433"/>
            <a:ext cx="2829446" cy="1223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buNone/>
            </a:pPr>
            <a:r>
              <a:rPr lang="en-US" sz="650" dirty="0">
                <a:solidFill>
                  <a:schemeClr val="bg1"/>
                </a:solidFill>
                <a:latin typeface="Funnel Sans" pitchFamily="34" charset="0"/>
              </a:rPr>
              <a:t>Database Design &amp; Integrity</a:t>
            </a:r>
          </a:p>
          <a:p>
            <a:pPr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650" dirty="0">
                <a:solidFill>
                  <a:schemeClr val="bg1"/>
                </a:solidFill>
                <a:latin typeface="Funnel Sans" pitchFamily="34" charset="0"/>
              </a:rPr>
              <a:t>Relational Logic &amp; Constraints: Enforced using strict Foreign Keys and CASCADE rules to maintain flawless data consistency across all system tables.</a:t>
            </a:r>
          </a:p>
          <a:p>
            <a:pPr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650" dirty="0">
                <a:solidFill>
                  <a:schemeClr val="bg1"/>
                </a:solidFill>
                <a:latin typeface="Funnel Sans" pitchFamily="34" charset="0"/>
              </a:rPr>
              <a:t>Financial Precision Engineering: Standardized the DECIMAL(12,2) data type for all monetary fields to completely eliminate floating-point calculation errors during financial tracking.</a:t>
            </a:r>
          </a:p>
          <a:p>
            <a:pPr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650" dirty="0">
                <a:solidFill>
                  <a:schemeClr val="bg1"/>
                </a:solidFill>
                <a:latin typeface="Funnel Sans" pitchFamily="34" charset="0"/>
              </a:rPr>
              <a:t>Structural Data Protection: Integrated database layers tightly with PHP PDO Prepared Statements to safely isolate data processing from input vulnerabilities.</a:t>
            </a:r>
          </a:p>
        </p:txBody>
      </p:sp>
    </p:spTree>
    <p:extLst>
      <p:ext uri="{BB962C8B-B14F-4D97-AF65-F5344CB8AC3E}">
        <p14:creationId xmlns:p14="http://schemas.microsoft.com/office/powerpoint/2010/main" val="2466625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3B96867-5257-A0F3-8224-DD4BB5E5A3D3}"/>
              </a:ext>
            </a:extLst>
          </p:cNvPr>
          <p:cNvSpPr txBox="1"/>
          <p:nvPr/>
        </p:nvSpPr>
        <p:spPr>
          <a:xfrm>
            <a:off x="103909" y="0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Data Flow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F82A8EC-5CFC-7F9D-6607-C971E01EF0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910" y="455136"/>
            <a:ext cx="3878622" cy="39876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42982EF-F74F-4E36-2268-08899AD4B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1325" y="464420"/>
            <a:ext cx="4928765" cy="284047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EAAFC11-7454-78B8-1F17-03B9B39848D0}"/>
              </a:ext>
            </a:extLst>
          </p:cNvPr>
          <p:cNvSpPr txBox="1"/>
          <p:nvPr/>
        </p:nvSpPr>
        <p:spPr>
          <a:xfrm>
            <a:off x="3993364" y="3314181"/>
            <a:ext cx="52046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What is phpMyAdmin?</a:t>
            </a:r>
            <a:br>
              <a:rPr lang="en-US" sz="900" dirty="0">
                <a:solidFill>
                  <a:schemeClr val="bg1"/>
                </a:solidFill>
              </a:rPr>
            </a:br>
            <a:r>
              <a:rPr lang="en-US" sz="900" dirty="0">
                <a:solidFill>
                  <a:schemeClr val="bg1"/>
                </a:solidFill>
              </a:rPr>
              <a:t>phpMyAdmin is a free, web-based software tool written in PHP that provides a graphical user interface (GUI) to handle the administration and management of MySQL.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96CDAD-4860-D53B-19E8-1DCC2E01EFF9}"/>
              </a:ext>
            </a:extLst>
          </p:cNvPr>
          <p:cNvSpPr txBox="1"/>
          <p:nvPr/>
        </p:nvSpPr>
        <p:spPr>
          <a:xfrm>
            <a:off x="103910" y="4238909"/>
            <a:ext cx="715452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chemeClr val="bg1"/>
                </a:solidFill>
              </a:rPr>
              <a:t>How it Relates to Mizan:</a:t>
            </a:r>
            <a:r>
              <a:rPr lang="en-US" sz="1000" dirty="0">
                <a:solidFill>
                  <a:schemeClr val="bg1"/>
                </a:solidFill>
              </a:rPr>
              <a:t> In this project, phpMyAdmin serves as the primary visual control center for our Data Access Layer. </a:t>
            </a:r>
            <a:br>
              <a:rPr lang="en-US" sz="1000" dirty="0">
                <a:solidFill>
                  <a:schemeClr val="bg1"/>
                </a:solidFill>
              </a:rPr>
            </a:br>
            <a:r>
              <a:rPr lang="en-US" sz="1000" dirty="0">
                <a:solidFill>
                  <a:schemeClr val="bg1"/>
                </a:solidFill>
              </a:rPr>
              <a:t>As shown in the image, </a:t>
            </a:r>
            <a:br>
              <a:rPr lang="en-US" sz="1000" dirty="0">
                <a:solidFill>
                  <a:schemeClr val="bg1"/>
                </a:solidFill>
              </a:rPr>
            </a:br>
            <a:r>
              <a:rPr lang="en-US" sz="1000" dirty="0">
                <a:solidFill>
                  <a:schemeClr val="bg1"/>
                </a:solidFill>
              </a:rPr>
              <a:t>it allows us to efficiently manage the </a:t>
            </a:r>
            <a:r>
              <a:rPr lang="en-US" sz="1000" dirty="0" err="1">
                <a:solidFill>
                  <a:schemeClr val="bg1"/>
                </a:solidFill>
              </a:rPr>
              <a:t>mizan_db</a:t>
            </a:r>
            <a:r>
              <a:rPr lang="en-US" sz="1000" dirty="0">
                <a:solidFill>
                  <a:schemeClr val="bg1"/>
                </a:solidFill>
              </a:rPr>
              <a:t> database and its 14 DB tables (such as users, projects, and expenses).</a:t>
            </a:r>
            <a:br>
              <a:rPr lang="en-US" sz="1000" dirty="0">
                <a:solidFill>
                  <a:schemeClr val="bg1"/>
                </a:solidFill>
              </a:rPr>
            </a:br>
            <a:r>
              <a:rPr lang="en-US" sz="1000" dirty="0">
                <a:solidFill>
                  <a:schemeClr val="bg1"/>
                </a:solidFill>
              </a:rPr>
              <a:t> Because our web application is built on a PHP and MySQL stack, this tool is essential for executing database operations</a:t>
            </a:r>
            <a:br>
              <a:rPr lang="en-US" sz="1000" dirty="0">
                <a:solidFill>
                  <a:schemeClr val="bg1"/>
                </a:solidFill>
              </a:rPr>
            </a:br>
            <a:r>
              <a:rPr lang="en-US" sz="1000" dirty="0">
                <a:solidFill>
                  <a:schemeClr val="bg1"/>
                </a:solidFill>
              </a:rPr>
              <a:t>, enforcing structural constraints, and monitoring data integrity without needing to rely exclusively on raw command-line SQL queries.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C658B1-08A6-C68B-E3F7-DC81A970EE5D}"/>
              </a:ext>
            </a:extLst>
          </p:cNvPr>
          <p:cNvSpPr txBox="1"/>
          <p:nvPr/>
        </p:nvSpPr>
        <p:spPr>
          <a:xfrm>
            <a:off x="3307496" y="64310"/>
            <a:ext cx="46259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ERD &amp; MySQL </a:t>
            </a:r>
          </a:p>
        </p:txBody>
      </p:sp>
    </p:spTree>
    <p:extLst>
      <p:ext uri="{BB962C8B-B14F-4D97-AF65-F5344CB8AC3E}">
        <p14:creationId xmlns:p14="http://schemas.microsoft.com/office/powerpoint/2010/main" val="2811053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2502E6-2413-1B43-1E46-A1EDE8482001}"/>
              </a:ext>
            </a:extLst>
          </p:cNvPr>
          <p:cNvSpPr txBox="1"/>
          <p:nvPr/>
        </p:nvSpPr>
        <p:spPr>
          <a:xfrm>
            <a:off x="152400" y="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UML Behavioral Diagrams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20E470-6A72-AECF-7150-DEA4299045A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91830" y="454877"/>
            <a:ext cx="3229583" cy="27400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7EC1EFE-CEB6-9BB0-DB11-8A9C02206870}"/>
              </a:ext>
            </a:extLst>
          </p:cNvPr>
          <p:cNvSpPr txBox="1"/>
          <p:nvPr/>
        </p:nvSpPr>
        <p:spPr>
          <a:xfrm>
            <a:off x="2990519" y="-15389"/>
            <a:ext cx="37593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Mona Sans Semi Bold" panose="020B0604020202020204" charset="0"/>
              </a:rPr>
              <a:t>Activity &amp; </a:t>
            </a:r>
            <a:r>
              <a:rPr lang="en-US" sz="2000" dirty="0" err="1">
                <a:solidFill>
                  <a:schemeClr val="bg1"/>
                </a:solidFill>
                <a:latin typeface="Mona Sans Semi Bold" panose="020B0604020202020204" charset="0"/>
              </a:rPr>
              <a:t>Sequance</a:t>
            </a:r>
            <a:r>
              <a:rPr lang="en-US" sz="2000" dirty="0">
                <a:solidFill>
                  <a:schemeClr val="bg1"/>
                </a:solidFill>
                <a:latin typeface="Mona Sans Semi Bold" panose="020B0604020202020204" charset="0"/>
              </a:rPr>
              <a:t> Diagrams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39183A-FE85-3F28-169A-AFD1AF423922}"/>
              </a:ext>
            </a:extLst>
          </p:cNvPr>
          <p:cNvSpPr txBox="1"/>
          <p:nvPr/>
        </p:nvSpPr>
        <p:spPr>
          <a:xfrm>
            <a:off x="132134" y="3403015"/>
            <a:ext cx="419586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chemeClr val="bg1"/>
                </a:solidFill>
              </a:rPr>
              <a:t>Description: </a:t>
            </a:r>
            <a:r>
              <a:rPr lang="en-US" sz="1100" b="1" dirty="0">
                <a:solidFill>
                  <a:schemeClr val="bg1"/>
                </a:solidFill>
              </a:rPr>
              <a:t>Isolated Component Testing Strategy</a:t>
            </a:r>
            <a:endParaRPr lang="en-US" sz="1100" dirty="0">
              <a:solidFill>
                <a:schemeClr val="bg1"/>
              </a:solidFill>
            </a:endParaRPr>
          </a:p>
          <a:p>
            <a:r>
              <a:rPr lang="en-US" sz="1100" b="1" dirty="0">
                <a:solidFill>
                  <a:schemeClr val="bg1"/>
                </a:solidFill>
              </a:rPr>
              <a:t>Objective:</a:t>
            </a:r>
            <a:r>
              <a:rPr lang="en-US" sz="1100" dirty="0">
                <a:solidFill>
                  <a:schemeClr val="bg1"/>
                </a:solidFill>
              </a:rPr>
              <a:t> To independently test backend and frontend modules prior to integration.</a:t>
            </a:r>
          </a:p>
          <a:p>
            <a:r>
              <a:rPr lang="en-US" sz="1100" b="1" dirty="0">
                <a:solidFill>
                  <a:schemeClr val="bg1"/>
                </a:solidFill>
              </a:rPr>
              <a:t>Backend Path:</a:t>
            </a:r>
            <a:r>
              <a:rPr lang="en-US" sz="1100" dirty="0">
                <a:solidFill>
                  <a:schemeClr val="bg1"/>
                </a:solidFill>
              </a:rPr>
              <a:t> Utilizes Postman to send HTTP requests to the API, ensuring JSON outputs, status codes, and CSRF tokens are correct.</a:t>
            </a:r>
          </a:p>
          <a:p>
            <a:r>
              <a:rPr lang="en-US" sz="1100" b="1" dirty="0">
                <a:solidFill>
                  <a:schemeClr val="bg1"/>
                </a:solidFill>
              </a:rPr>
              <a:t>Frontend Path:</a:t>
            </a:r>
            <a:r>
              <a:rPr lang="en-US" sz="1100" dirty="0">
                <a:solidFill>
                  <a:schemeClr val="bg1"/>
                </a:solidFill>
              </a:rPr>
              <a:t> Utilizes the browser's Developer Console to execute JavaScript utilities, validating internal math and formatting logic.</a:t>
            </a:r>
          </a:p>
          <a:p>
            <a:r>
              <a:rPr lang="en-US" sz="1100" b="1" dirty="0">
                <a:solidFill>
                  <a:schemeClr val="bg1"/>
                </a:solidFill>
              </a:rPr>
              <a:t>Outcome:</a:t>
            </a:r>
            <a:r>
              <a:rPr lang="en-US" sz="1100" dirty="0">
                <a:solidFill>
                  <a:schemeClr val="bg1"/>
                </a:solidFill>
              </a:rPr>
              <a:t> Both paths must pass their specific verifications for the component to be approved.</a:t>
            </a:r>
          </a:p>
          <a:p>
            <a:endParaRPr lang="en-US" sz="1200" i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46013A-EDCB-5789-A6C6-B89AFD91D9D4}"/>
              </a:ext>
            </a:extLst>
          </p:cNvPr>
          <p:cNvSpPr txBox="1"/>
          <p:nvPr/>
        </p:nvSpPr>
        <p:spPr>
          <a:xfrm>
            <a:off x="-379379" y="3213476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: Component Testing (5.1) </a:t>
            </a:r>
            <a:endParaRPr lang="en-US" sz="105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9C51BB-D0B2-C5A2-D3BC-4037330E064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375825" y="453459"/>
            <a:ext cx="4476345" cy="26050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5980CC0-BC08-A111-344C-7975ACB6D935}"/>
              </a:ext>
            </a:extLst>
          </p:cNvPr>
          <p:cNvSpPr txBox="1"/>
          <p:nvPr/>
        </p:nvSpPr>
        <p:spPr>
          <a:xfrm>
            <a:off x="4327997" y="3018356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: </a:t>
            </a:r>
            <a:r>
              <a:rPr lang="en-US" sz="1050" i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Integration</a:t>
            </a:r>
            <a:r>
              <a:rPr lang="en-US" sz="11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Testing (5.2) 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4ACF4A-EFF6-3943-5043-821E94FCD5EB}"/>
              </a:ext>
            </a:extLst>
          </p:cNvPr>
          <p:cNvSpPr txBox="1"/>
          <p:nvPr/>
        </p:nvSpPr>
        <p:spPr>
          <a:xfrm>
            <a:off x="4136688" y="3194902"/>
            <a:ext cx="4763310" cy="2005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4185" marR="10795" indent="-6350">
              <a:lnSpc>
                <a:spcPct val="104000"/>
              </a:lnSpc>
              <a:spcAft>
                <a:spcPts val="15"/>
              </a:spcAft>
              <a:buNone/>
            </a:pPr>
            <a:r>
              <a:rPr lang="en-US" sz="1200" kern="100" dirty="0">
                <a:solidFill>
                  <a:schemeClr val="bg1"/>
                </a:solidFill>
                <a:effectLst/>
                <a:ea typeface="Arial" panose="020B0604020202020204" pitchFamily="34" charset="0"/>
              </a:rPr>
              <a:t>MVC Data </a:t>
            </a:r>
            <a:r>
              <a:rPr lang="en-US" sz="1200" kern="100" dirty="0" err="1">
                <a:solidFill>
                  <a:schemeClr val="bg1"/>
                </a:solidFill>
                <a:effectLst/>
                <a:ea typeface="Arial" panose="020B0604020202020204" pitchFamily="34" charset="0"/>
              </a:rPr>
              <a:t>FlowObjective</a:t>
            </a:r>
            <a:r>
              <a:rPr lang="en-US" sz="1200" kern="100" dirty="0">
                <a:solidFill>
                  <a:schemeClr val="bg1"/>
                </a:solidFill>
                <a:effectLst/>
                <a:ea typeface="Arial" panose="020B0604020202020204" pitchFamily="34" charset="0"/>
              </a:rPr>
              <a:t>: To map the step-by-step data cycle across the 3-tier architecture.</a:t>
            </a:r>
            <a:br>
              <a:rPr lang="en-US" sz="1200" kern="100" dirty="0">
                <a:solidFill>
                  <a:schemeClr val="bg1"/>
                </a:solidFill>
                <a:effectLst/>
                <a:ea typeface="Arial" panose="020B0604020202020204" pitchFamily="34" charset="0"/>
              </a:rPr>
            </a:br>
            <a:r>
              <a:rPr lang="en-US" sz="1200" kern="100" dirty="0">
                <a:solidFill>
                  <a:schemeClr val="bg1"/>
                </a:solidFill>
                <a:effectLst/>
                <a:ea typeface="Arial" panose="020B0604020202020204" pitchFamily="34" charset="0"/>
              </a:rPr>
              <a:t>Frontend Trigger: User actions in the UI invoke the custom </a:t>
            </a:r>
            <a:r>
              <a:rPr lang="en-US" sz="1200" kern="100" dirty="0" err="1">
                <a:solidFill>
                  <a:schemeClr val="bg1"/>
                </a:solidFill>
                <a:effectLst/>
                <a:ea typeface="Arial" panose="020B0604020202020204" pitchFamily="34" charset="0"/>
              </a:rPr>
              <a:t>mizanFetch</a:t>
            </a:r>
            <a:r>
              <a:rPr lang="en-US" sz="1200" kern="100" dirty="0">
                <a:solidFill>
                  <a:schemeClr val="bg1"/>
                </a:solidFill>
                <a:effectLst/>
                <a:ea typeface="Arial" panose="020B0604020202020204" pitchFamily="34" charset="0"/>
              </a:rPr>
              <a:t>() asynchronous function.</a:t>
            </a:r>
            <a:br>
              <a:rPr lang="en-US" sz="1200" kern="100" dirty="0">
                <a:solidFill>
                  <a:schemeClr val="bg1"/>
                </a:solidFill>
                <a:effectLst/>
                <a:ea typeface="Arial" panose="020B0604020202020204" pitchFamily="34" charset="0"/>
              </a:rPr>
            </a:br>
            <a:r>
              <a:rPr lang="en-US" sz="1200" kern="100" dirty="0">
                <a:solidFill>
                  <a:schemeClr val="bg1"/>
                </a:solidFill>
                <a:effectLst/>
                <a:ea typeface="Arial" panose="020B0604020202020204" pitchFamily="34" charset="0"/>
              </a:rPr>
              <a:t>Backend API: The PHP layer securely receives the HTTP POST request, validates the CSRF token, and executes a prepared SQL query.</a:t>
            </a:r>
            <a:br>
              <a:rPr lang="en-US" sz="1200" kern="100" dirty="0">
                <a:solidFill>
                  <a:schemeClr val="bg1"/>
                </a:solidFill>
                <a:effectLst/>
                <a:ea typeface="Arial" panose="020B0604020202020204" pitchFamily="34" charset="0"/>
              </a:rPr>
            </a:br>
            <a:r>
              <a:rPr lang="en-US" sz="1200" kern="100" dirty="0">
                <a:solidFill>
                  <a:schemeClr val="bg1"/>
                </a:solidFill>
                <a:effectLst/>
                <a:ea typeface="Arial" panose="020B0604020202020204" pitchFamily="34" charset="0"/>
              </a:rPr>
              <a:t>Seamless Update: MySQL returns the state change, allowing the UI to dynamically update and display a success message without reloading the page.</a:t>
            </a:r>
          </a:p>
        </p:txBody>
      </p:sp>
    </p:spTree>
    <p:extLst>
      <p:ext uri="{BB962C8B-B14F-4D97-AF65-F5344CB8AC3E}">
        <p14:creationId xmlns:p14="http://schemas.microsoft.com/office/powerpoint/2010/main" val="1624395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115;p13">
            <a:extLst>
              <a:ext uri="{FF2B5EF4-FFF2-40B4-BE49-F238E27FC236}">
                <a16:creationId xmlns:a16="http://schemas.microsoft.com/office/drawing/2014/main" id="{B6C36D1B-E81D-E41F-3245-E710F8949B86}"/>
              </a:ext>
            </a:extLst>
          </p:cNvPr>
          <p:cNvSpPr txBox="1"/>
          <p:nvPr/>
        </p:nvSpPr>
        <p:spPr>
          <a:xfrm>
            <a:off x="283029" y="85272"/>
            <a:ext cx="114014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Testing Approach &amp; Strategic Planning</a:t>
            </a:r>
            <a:endParaRPr sz="1400" dirty="0"/>
          </a:p>
        </p:txBody>
      </p:sp>
      <p:sp>
        <p:nvSpPr>
          <p:cNvPr id="46" name="Google Shape;116;p13">
            <a:extLst>
              <a:ext uri="{FF2B5EF4-FFF2-40B4-BE49-F238E27FC236}">
                <a16:creationId xmlns:a16="http://schemas.microsoft.com/office/drawing/2014/main" id="{2AE91D97-5B2C-770B-E2C3-6352A7EE7FB8}"/>
              </a:ext>
            </a:extLst>
          </p:cNvPr>
          <p:cNvSpPr/>
          <p:nvPr/>
        </p:nvSpPr>
        <p:spPr>
          <a:xfrm>
            <a:off x="92529" y="0"/>
            <a:ext cx="57150" cy="600075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" name="Google Shape;85;p13" descr="image.png">
            <a:extLst>
              <a:ext uri="{FF2B5EF4-FFF2-40B4-BE49-F238E27FC236}">
                <a16:creationId xmlns:a16="http://schemas.microsoft.com/office/drawing/2014/main" id="{40D2E760-5B8B-DC4B-7D2D-534388DF1C3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9679" y="635876"/>
            <a:ext cx="4402521" cy="45339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91;p13">
            <a:extLst>
              <a:ext uri="{FF2B5EF4-FFF2-40B4-BE49-F238E27FC236}">
                <a16:creationId xmlns:a16="http://schemas.microsoft.com/office/drawing/2014/main" id="{829CED90-E79B-B616-62E8-8050794D5568}"/>
              </a:ext>
            </a:extLst>
          </p:cNvPr>
          <p:cNvSpPr txBox="1"/>
          <p:nvPr/>
        </p:nvSpPr>
        <p:spPr>
          <a:xfrm>
            <a:off x="444954" y="961060"/>
            <a:ext cx="405966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Software Test Plan (STP)</a:t>
            </a:r>
            <a:endParaRPr/>
          </a:p>
        </p:txBody>
      </p:sp>
      <p:sp>
        <p:nvSpPr>
          <p:cNvPr id="51" name="Google Shape;92;p13">
            <a:extLst>
              <a:ext uri="{FF2B5EF4-FFF2-40B4-BE49-F238E27FC236}">
                <a16:creationId xmlns:a16="http://schemas.microsoft.com/office/drawing/2014/main" id="{437742F8-B0D3-1E4E-10AD-F4A03C046D10}"/>
              </a:ext>
            </a:extLst>
          </p:cNvPr>
          <p:cNvSpPr txBox="1"/>
          <p:nvPr/>
        </p:nvSpPr>
        <p:spPr>
          <a:xfrm>
            <a:off x="444954" y="1460932"/>
            <a:ext cx="3866343" cy="872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 comprehensive STP was developed to ensure functional correctness, security, and high performance across all 12 system modules.</a:t>
            </a:r>
            <a:endParaRPr/>
          </a:p>
        </p:txBody>
      </p:sp>
      <p:sp>
        <p:nvSpPr>
          <p:cNvPr id="52" name="Google Shape;93;p13">
            <a:extLst>
              <a:ext uri="{FF2B5EF4-FFF2-40B4-BE49-F238E27FC236}">
                <a16:creationId xmlns:a16="http://schemas.microsoft.com/office/drawing/2014/main" id="{5A64A236-250D-29B4-FA69-B31C123B4D0D}"/>
              </a:ext>
            </a:extLst>
          </p:cNvPr>
          <p:cNvSpPr txBox="1"/>
          <p:nvPr/>
        </p:nvSpPr>
        <p:spPr>
          <a:xfrm>
            <a:off x="444954" y="3939789"/>
            <a:ext cx="4059661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4B8A6"/>
                </a:solidFill>
                <a:latin typeface="Urbanist"/>
                <a:ea typeface="Urbanist"/>
                <a:cs typeface="Urbanist"/>
                <a:sym typeface="Urbanist"/>
              </a:rPr>
              <a:t>TEAM ROLES</a:t>
            </a:r>
            <a:endParaRPr/>
          </a:p>
        </p:txBody>
      </p:sp>
      <p:sp>
        <p:nvSpPr>
          <p:cNvPr id="53" name="Google Shape;94;p13">
            <a:extLst>
              <a:ext uri="{FF2B5EF4-FFF2-40B4-BE49-F238E27FC236}">
                <a16:creationId xmlns:a16="http://schemas.microsoft.com/office/drawing/2014/main" id="{051B3511-D4DF-CBBE-C40D-19A68F9598DA}"/>
              </a:ext>
            </a:extLst>
          </p:cNvPr>
          <p:cNvSpPr txBox="1"/>
          <p:nvPr/>
        </p:nvSpPr>
        <p:spPr>
          <a:xfrm>
            <a:off x="444954" y="4247728"/>
            <a:ext cx="3866343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Mishal: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Test Lead &amp; QA Automation</a:t>
            </a:r>
            <a:endParaRPr/>
          </a:p>
        </p:txBody>
      </p:sp>
      <p:sp>
        <p:nvSpPr>
          <p:cNvPr id="54" name="Google Shape;95;p13">
            <a:extLst>
              <a:ext uri="{FF2B5EF4-FFF2-40B4-BE49-F238E27FC236}">
                <a16:creationId xmlns:a16="http://schemas.microsoft.com/office/drawing/2014/main" id="{3B1B6CDA-51CB-7DC3-CFDB-68213DC916C0}"/>
              </a:ext>
            </a:extLst>
          </p:cNvPr>
          <p:cNvSpPr txBox="1"/>
          <p:nvPr/>
        </p:nvSpPr>
        <p:spPr>
          <a:xfrm>
            <a:off x="444954" y="4460999"/>
            <a:ext cx="3866343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Alwaleed: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Database &amp; API Integrity</a:t>
            </a:r>
            <a:endParaRPr/>
          </a:p>
        </p:txBody>
      </p:sp>
      <p:sp>
        <p:nvSpPr>
          <p:cNvPr id="55" name="Google Shape;96;p13">
            <a:extLst>
              <a:ext uri="{FF2B5EF4-FFF2-40B4-BE49-F238E27FC236}">
                <a16:creationId xmlns:a16="http://schemas.microsoft.com/office/drawing/2014/main" id="{4DE93E49-CA3B-4D3B-FBAC-2BD201A5D8FC}"/>
              </a:ext>
            </a:extLst>
          </p:cNvPr>
          <p:cNvSpPr txBox="1"/>
          <p:nvPr/>
        </p:nvSpPr>
        <p:spPr>
          <a:xfrm>
            <a:off x="444954" y="4674270"/>
            <a:ext cx="3866343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Abdullah: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UI/UX &amp; Frontend Validation</a:t>
            </a:r>
            <a:endParaRPr/>
          </a:p>
        </p:txBody>
      </p:sp>
      <p:sp>
        <p:nvSpPr>
          <p:cNvPr id="56" name="Google Shape;111;p13">
            <a:extLst>
              <a:ext uri="{FF2B5EF4-FFF2-40B4-BE49-F238E27FC236}">
                <a16:creationId xmlns:a16="http://schemas.microsoft.com/office/drawing/2014/main" id="{10A97BB0-1B90-D330-5271-BAD4E7897793}"/>
              </a:ext>
            </a:extLst>
          </p:cNvPr>
          <p:cNvSpPr txBox="1"/>
          <p:nvPr/>
        </p:nvSpPr>
        <p:spPr>
          <a:xfrm>
            <a:off x="616404" y="2344047"/>
            <a:ext cx="171257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26</a:t>
            </a:r>
            <a:endParaRPr/>
          </a:p>
        </p:txBody>
      </p:sp>
      <p:sp>
        <p:nvSpPr>
          <p:cNvPr id="57" name="Google Shape;112;p13">
            <a:extLst>
              <a:ext uri="{FF2B5EF4-FFF2-40B4-BE49-F238E27FC236}">
                <a16:creationId xmlns:a16="http://schemas.microsoft.com/office/drawing/2014/main" id="{E40EC3A6-45DE-BDB6-9823-A3D0A35EA52A}"/>
              </a:ext>
            </a:extLst>
          </p:cNvPr>
          <p:cNvSpPr txBox="1"/>
          <p:nvPr/>
        </p:nvSpPr>
        <p:spPr>
          <a:xfrm>
            <a:off x="616404" y="2613284"/>
            <a:ext cx="1712579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Defined Test Cases</a:t>
            </a:r>
            <a:endParaRPr/>
          </a:p>
        </p:txBody>
      </p:sp>
      <p:sp>
        <p:nvSpPr>
          <p:cNvPr id="58" name="Google Shape;113;p13">
            <a:extLst>
              <a:ext uri="{FF2B5EF4-FFF2-40B4-BE49-F238E27FC236}">
                <a16:creationId xmlns:a16="http://schemas.microsoft.com/office/drawing/2014/main" id="{A76114E0-1BD2-6268-8573-5A44BB1BAC1E}"/>
              </a:ext>
            </a:extLst>
          </p:cNvPr>
          <p:cNvSpPr txBox="1"/>
          <p:nvPr/>
        </p:nvSpPr>
        <p:spPr>
          <a:xfrm>
            <a:off x="2816976" y="2344047"/>
            <a:ext cx="171271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100%</a:t>
            </a:r>
            <a:endParaRPr/>
          </a:p>
        </p:txBody>
      </p:sp>
      <p:sp>
        <p:nvSpPr>
          <p:cNvPr id="59" name="Google Shape;114;p13">
            <a:extLst>
              <a:ext uri="{FF2B5EF4-FFF2-40B4-BE49-F238E27FC236}">
                <a16:creationId xmlns:a16="http://schemas.microsoft.com/office/drawing/2014/main" id="{FD09474D-3780-C591-7EFD-8739CE5EF706}"/>
              </a:ext>
            </a:extLst>
          </p:cNvPr>
          <p:cNvSpPr txBox="1"/>
          <p:nvPr/>
        </p:nvSpPr>
        <p:spPr>
          <a:xfrm>
            <a:off x="2816976" y="2613284"/>
            <a:ext cx="1712714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Feature Coverage</a:t>
            </a:r>
            <a:endParaRPr/>
          </a:p>
        </p:txBody>
      </p:sp>
      <p:pic>
        <p:nvPicPr>
          <p:cNvPr id="60" name="Google Shape;86;p13" descr="image.png">
            <a:extLst>
              <a:ext uri="{FF2B5EF4-FFF2-40B4-BE49-F238E27FC236}">
                <a16:creationId xmlns:a16="http://schemas.microsoft.com/office/drawing/2014/main" id="{61C258A7-E1C4-2123-FCCE-9A0E0FFDC5A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91802" y="1148615"/>
            <a:ext cx="4552198" cy="1137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87;p13" descr="image.png">
            <a:extLst>
              <a:ext uri="{FF2B5EF4-FFF2-40B4-BE49-F238E27FC236}">
                <a16:creationId xmlns:a16="http://schemas.microsoft.com/office/drawing/2014/main" id="{473A9983-B058-8E3B-0B18-10680AA076F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91802" y="2476161"/>
            <a:ext cx="4552198" cy="1137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88;p13" descr="image.png">
            <a:extLst>
              <a:ext uri="{FF2B5EF4-FFF2-40B4-BE49-F238E27FC236}">
                <a16:creationId xmlns:a16="http://schemas.microsoft.com/office/drawing/2014/main" id="{2618E4EF-58EF-7F3B-C7B1-392EED25E76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91802" y="3803708"/>
            <a:ext cx="4552198" cy="1137046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89;p13">
            <a:extLst>
              <a:ext uri="{FF2B5EF4-FFF2-40B4-BE49-F238E27FC236}">
                <a16:creationId xmlns:a16="http://schemas.microsoft.com/office/drawing/2014/main" id="{CB392A4B-3384-B01A-6CDF-3082707D8AE7}"/>
              </a:ext>
            </a:extLst>
          </p:cNvPr>
          <p:cNvSpPr txBox="1"/>
          <p:nvPr/>
        </p:nvSpPr>
        <p:spPr>
          <a:xfrm>
            <a:off x="4591802" y="481865"/>
            <a:ext cx="610998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Three-Layer Testing Strategy</a:t>
            </a:r>
            <a:endParaRPr dirty="0"/>
          </a:p>
        </p:txBody>
      </p:sp>
      <p:pic>
        <p:nvPicPr>
          <p:cNvPr id="64" name="Google Shape;98;p13" descr="image.png">
            <a:extLst>
              <a:ext uri="{FF2B5EF4-FFF2-40B4-BE49-F238E27FC236}">
                <a16:creationId xmlns:a16="http://schemas.microsoft.com/office/drawing/2014/main" id="{E3C8E7BC-BEB4-ED38-6F11-79C62BD35E7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91827" y="1431388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102;p13" descr="image.png">
            <a:extLst>
              <a:ext uri="{FF2B5EF4-FFF2-40B4-BE49-F238E27FC236}">
                <a16:creationId xmlns:a16="http://schemas.microsoft.com/office/drawing/2014/main" id="{C5DF230F-6C71-1A15-FE37-B85F384B577B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963277" y="160283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103;p13">
            <a:extLst>
              <a:ext uri="{FF2B5EF4-FFF2-40B4-BE49-F238E27FC236}">
                <a16:creationId xmlns:a16="http://schemas.microsoft.com/office/drawing/2014/main" id="{7979AB45-7329-6314-D72D-EA0EDE4964CF}"/>
              </a:ext>
            </a:extLst>
          </p:cNvPr>
          <p:cNvSpPr txBox="1"/>
          <p:nvPr/>
        </p:nvSpPr>
        <p:spPr>
          <a:xfrm>
            <a:off x="5553827" y="1348640"/>
            <a:ext cx="4889829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COMPONENT TESTING</a:t>
            </a:r>
            <a:endParaRPr/>
          </a:p>
        </p:txBody>
      </p:sp>
      <p:sp>
        <p:nvSpPr>
          <p:cNvPr id="67" name="Google Shape;104;p13">
            <a:extLst>
              <a:ext uri="{FF2B5EF4-FFF2-40B4-BE49-F238E27FC236}">
                <a16:creationId xmlns:a16="http://schemas.microsoft.com/office/drawing/2014/main" id="{00C6C142-FB90-8D52-FC92-29F29E7D1413}"/>
              </a:ext>
            </a:extLst>
          </p:cNvPr>
          <p:cNvSpPr txBox="1"/>
          <p:nvPr/>
        </p:nvSpPr>
        <p:spPr>
          <a:xfrm>
            <a:off x="5553827" y="1605815"/>
            <a:ext cx="335369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Individual PHP functions and API endpoints tested in isolation to verify internal business logic.</a:t>
            </a:r>
            <a:endParaRPr sz="1600" dirty="0"/>
          </a:p>
        </p:txBody>
      </p:sp>
      <p:pic>
        <p:nvPicPr>
          <p:cNvPr id="68" name="Google Shape;105;p13" descr="image.png">
            <a:extLst>
              <a:ext uri="{FF2B5EF4-FFF2-40B4-BE49-F238E27FC236}">
                <a16:creationId xmlns:a16="http://schemas.microsoft.com/office/drawing/2014/main" id="{68353CE4-1220-23E0-76E9-7E0935B057FF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934702" y="2930385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106;p13">
            <a:extLst>
              <a:ext uri="{FF2B5EF4-FFF2-40B4-BE49-F238E27FC236}">
                <a16:creationId xmlns:a16="http://schemas.microsoft.com/office/drawing/2014/main" id="{C10A4F97-9237-F42F-7BD9-FDAB6342037F}"/>
              </a:ext>
            </a:extLst>
          </p:cNvPr>
          <p:cNvSpPr txBox="1"/>
          <p:nvPr/>
        </p:nvSpPr>
        <p:spPr>
          <a:xfrm>
            <a:off x="5553827" y="2676186"/>
            <a:ext cx="4889829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INTEGRATION TESTING</a:t>
            </a:r>
            <a:endParaRPr/>
          </a:p>
        </p:txBody>
      </p:sp>
      <p:sp>
        <p:nvSpPr>
          <p:cNvPr id="70" name="Google Shape;107;p13">
            <a:extLst>
              <a:ext uri="{FF2B5EF4-FFF2-40B4-BE49-F238E27FC236}">
                <a16:creationId xmlns:a16="http://schemas.microsoft.com/office/drawing/2014/main" id="{C8666543-0F91-07D1-94F1-489B048A4032}"/>
              </a:ext>
            </a:extLst>
          </p:cNvPr>
          <p:cNvSpPr txBox="1"/>
          <p:nvPr/>
        </p:nvSpPr>
        <p:spPr>
          <a:xfrm>
            <a:off x="5553826" y="2933361"/>
            <a:ext cx="3590173" cy="452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Validating DB connections, session sharing, and seamless data flow across system modules.</a:t>
            </a:r>
            <a:endParaRPr sz="1200" dirty="0"/>
          </a:p>
        </p:txBody>
      </p:sp>
      <p:pic>
        <p:nvPicPr>
          <p:cNvPr id="71" name="Google Shape;108;p13" descr="image.png">
            <a:extLst>
              <a:ext uri="{FF2B5EF4-FFF2-40B4-BE49-F238E27FC236}">
                <a16:creationId xmlns:a16="http://schemas.microsoft.com/office/drawing/2014/main" id="{0E66CD00-38FD-5983-C4A2-BFBEE442A1E5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963277" y="425793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109;p13">
            <a:extLst>
              <a:ext uri="{FF2B5EF4-FFF2-40B4-BE49-F238E27FC236}">
                <a16:creationId xmlns:a16="http://schemas.microsoft.com/office/drawing/2014/main" id="{E67FC947-CB26-8229-D8A4-D3307BD263A1}"/>
              </a:ext>
            </a:extLst>
          </p:cNvPr>
          <p:cNvSpPr txBox="1"/>
          <p:nvPr/>
        </p:nvSpPr>
        <p:spPr>
          <a:xfrm>
            <a:off x="5553827" y="4003733"/>
            <a:ext cx="4889829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SECURITY TESTING</a:t>
            </a:r>
            <a:endParaRPr/>
          </a:p>
        </p:txBody>
      </p:sp>
      <p:sp>
        <p:nvSpPr>
          <p:cNvPr id="73" name="Google Shape;110;p13">
            <a:extLst>
              <a:ext uri="{FF2B5EF4-FFF2-40B4-BE49-F238E27FC236}">
                <a16:creationId xmlns:a16="http://schemas.microsoft.com/office/drawing/2014/main" id="{033ECD63-38E1-04E5-02A7-89D64516538B}"/>
              </a:ext>
            </a:extLst>
          </p:cNvPr>
          <p:cNvSpPr txBox="1"/>
          <p:nvPr/>
        </p:nvSpPr>
        <p:spPr>
          <a:xfrm>
            <a:off x="5553827" y="4260908"/>
            <a:ext cx="3282745" cy="473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End-to-end verification of CSRF tokens, SQL Injection prevention, and Brute-force lockout logic.</a:t>
            </a: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2688205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2;p13">
            <a:extLst>
              <a:ext uri="{FF2B5EF4-FFF2-40B4-BE49-F238E27FC236}">
                <a16:creationId xmlns:a16="http://schemas.microsoft.com/office/drawing/2014/main" id="{546B22E0-6E6D-F549-E948-A915F7A89FA0}"/>
              </a:ext>
            </a:extLst>
          </p:cNvPr>
          <p:cNvSpPr txBox="1"/>
          <p:nvPr/>
        </p:nvSpPr>
        <p:spPr>
          <a:xfrm>
            <a:off x="107731" y="67003"/>
            <a:ext cx="114014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10A &amp; 10B: Testing Methodologies</a:t>
            </a:r>
            <a:endParaRPr sz="1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80825EC-0EFA-F08E-D73D-9DD1EDE47D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2474769"/>
              </p:ext>
            </p:extLst>
          </p:nvPr>
        </p:nvGraphicFramePr>
        <p:xfrm>
          <a:off x="206300" y="1336895"/>
          <a:ext cx="4460293" cy="2743676"/>
        </p:xfrm>
        <a:graphic>
          <a:graphicData uri="http://schemas.openxmlformats.org/drawingml/2006/table">
            <a:tbl>
              <a:tblPr/>
              <a:tblGrid>
                <a:gridCol w="1558584">
                  <a:extLst>
                    <a:ext uri="{9D8B030D-6E8A-4147-A177-3AD203B41FA5}">
                      <a16:colId xmlns:a16="http://schemas.microsoft.com/office/drawing/2014/main" val="2441366111"/>
                    </a:ext>
                  </a:extLst>
                </a:gridCol>
                <a:gridCol w="2901709">
                  <a:extLst>
                    <a:ext uri="{9D8B030D-6E8A-4147-A177-3AD203B41FA5}">
                      <a16:colId xmlns:a16="http://schemas.microsoft.com/office/drawing/2014/main" val="1319501404"/>
                    </a:ext>
                  </a:extLst>
                </a:gridCol>
              </a:tblGrid>
              <a:tr h="3943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>
                          <a:solidFill>
                            <a:srgbClr val="CBD5E1"/>
                          </a:solidFill>
                          <a:effectLst/>
                        </a:rPr>
                        <a:t>Test Name</a:t>
                      </a:r>
                    </a:p>
                  </a:txBody>
                  <a:tcPr marL="69827" marR="69827" marT="37241" marB="37241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effectLst/>
                        </a:rPr>
                        <a:t>User Registration - </a:t>
                      </a:r>
                      <a:r>
                        <a:rPr lang="en-US" sz="1300" dirty="0" err="1">
                          <a:solidFill>
                            <a:srgbClr val="CBD5E1"/>
                          </a:solidFill>
                          <a:effectLst/>
                        </a:rPr>
                        <a:t>bcrypt</a:t>
                      </a:r>
                      <a:r>
                        <a:rPr lang="en-US" sz="1300" dirty="0">
                          <a:solidFill>
                            <a:srgbClr val="CBD5E1"/>
                          </a:solidFill>
                          <a:effectLst/>
                        </a:rPr>
                        <a:t> hash</a:t>
                      </a:r>
                    </a:p>
                  </a:txBody>
                  <a:tcPr marL="69827" marR="69827" marT="37241" marB="37241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636337"/>
                  </a:ext>
                </a:extLst>
              </a:tr>
              <a:tr h="3943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>
                          <a:solidFill>
                            <a:srgbClr val="CBD5E1"/>
                          </a:solidFill>
                          <a:effectLst/>
                        </a:rPr>
                        <a:t>Requirement</a:t>
                      </a:r>
                    </a:p>
                  </a:txBody>
                  <a:tcPr marL="69827" marR="69827" marT="37241" marB="37241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effectLst/>
                        </a:rPr>
                        <a:t>FR-01 (User Authentication)</a:t>
                      </a:r>
                    </a:p>
                  </a:txBody>
                  <a:tcPr marL="69827" marR="69827" marT="37241" marB="37241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3827465"/>
                  </a:ext>
                </a:extLst>
              </a:tr>
              <a:tr h="2280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>
                          <a:solidFill>
                            <a:srgbClr val="CBD5E1"/>
                          </a:solidFill>
                          <a:effectLst/>
                        </a:rPr>
                        <a:t>Technique</a:t>
                      </a:r>
                    </a:p>
                  </a:txBody>
                  <a:tcPr marL="69827" marR="69827" marT="37241" marB="37241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solidFill>
                            <a:srgbClr val="CBD5E1"/>
                          </a:solidFill>
                          <a:effectLst/>
                        </a:rPr>
                        <a:t>Black-Box Testing</a:t>
                      </a:r>
                    </a:p>
                  </a:txBody>
                  <a:tcPr marL="69827" marR="69827" marT="37241" marB="37241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00049"/>
                  </a:ext>
                </a:extLst>
              </a:tr>
              <a:tr h="7271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>
                          <a:solidFill>
                            <a:srgbClr val="CBD5E1"/>
                          </a:solidFill>
                          <a:effectLst/>
                        </a:rPr>
                        <a:t>Steps</a:t>
                      </a:r>
                    </a:p>
                  </a:txBody>
                  <a:tcPr marL="69827" marR="69827" marT="37241" marB="37241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solidFill>
                            <a:srgbClr val="CBD5E1"/>
                          </a:solidFill>
                          <a:effectLst/>
                        </a:rPr>
                        <a:t>Navigate to register.php, enter valid credentials, submit.</a:t>
                      </a:r>
                    </a:p>
                  </a:txBody>
                  <a:tcPr marL="69827" marR="69827" marT="37241" marB="37241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991068"/>
                  </a:ext>
                </a:extLst>
              </a:tr>
              <a:tr h="5607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>
                          <a:solidFill>
                            <a:srgbClr val="CBD5E1"/>
                          </a:solidFill>
                          <a:effectLst/>
                        </a:rPr>
                        <a:t>Expected</a:t>
                      </a:r>
                    </a:p>
                  </a:txBody>
                  <a:tcPr marL="69827" marR="69827" marT="37241" marB="37241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solidFill>
                            <a:srgbClr val="CBD5E1"/>
                          </a:solidFill>
                          <a:effectLst/>
                        </a:rPr>
                        <a:t>Redirect to login.php, password stored as bcrypt hash.</a:t>
                      </a:r>
                    </a:p>
                  </a:txBody>
                  <a:tcPr marL="69827" marR="69827" marT="37241" marB="37241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7622463"/>
                  </a:ext>
                </a:extLst>
              </a:tr>
              <a:tr h="3943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>
                          <a:solidFill>
                            <a:srgbClr val="CBD5E1"/>
                          </a:solidFill>
                          <a:effectLst/>
                        </a:rPr>
                        <a:t>Result</a:t>
                      </a:r>
                    </a:p>
                  </a:txBody>
                  <a:tcPr marL="69827" marR="69827" marT="37241" marB="37241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effectLst/>
                        </a:rPr>
                        <a:t>✅ Success - Abdullah Radhi</a:t>
                      </a:r>
                    </a:p>
                  </a:txBody>
                  <a:tcPr marL="69827" marR="69827" marT="37241" marB="37241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92311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57574B5-7ABF-AD3D-4CFB-0B54AB0032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8740397"/>
              </p:ext>
            </p:extLst>
          </p:nvPr>
        </p:nvGraphicFramePr>
        <p:xfrm>
          <a:off x="4679889" y="1336895"/>
          <a:ext cx="4460293" cy="2683312"/>
        </p:xfrm>
        <a:graphic>
          <a:graphicData uri="http://schemas.openxmlformats.org/drawingml/2006/table">
            <a:tbl>
              <a:tblPr/>
              <a:tblGrid>
                <a:gridCol w="1558584">
                  <a:extLst>
                    <a:ext uri="{9D8B030D-6E8A-4147-A177-3AD203B41FA5}">
                      <a16:colId xmlns:a16="http://schemas.microsoft.com/office/drawing/2014/main" val="910941094"/>
                    </a:ext>
                  </a:extLst>
                </a:gridCol>
                <a:gridCol w="2901709">
                  <a:extLst>
                    <a:ext uri="{9D8B030D-6E8A-4147-A177-3AD203B41FA5}">
                      <a16:colId xmlns:a16="http://schemas.microsoft.com/office/drawing/2014/main" val="130490350"/>
                    </a:ext>
                  </a:extLst>
                </a:gridCol>
              </a:tblGrid>
              <a:tr h="3693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rgbClr val="CBD5E1"/>
                          </a:solidFill>
                          <a:effectLst/>
                        </a:rPr>
                        <a:t>Test Name</a:t>
                      </a:r>
                    </a:p>
                  </a:txBody>
                  <a:tcPr marL="65772" marR="65772" marT="35079" marB="35079" anchor="ctr">
                    <a:lnL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effectLst/>
                        </a:rPr>
                        <a:t>Client-side XSS Prevention</a:t>
                      </a:r>
                    </a:p>
                  </a:txBody>
                  <a:tcPr marL="65772" marR="65772" marT="35079" marB="35079" anchor="ctr">
                    <a:lnL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195546"/>
                  </a:ext>
                </a:extLst>
              </a:tr>
              <a:tr h="3693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rgbClr val="CBD5E1"/>
                          </a:solidFill>
                          <a:effectLst/>
                        </a:rPr>
                        <a:t>Requirement</a:t>
                      </a:r>
                    </a:p>
                  </a:txBody>
                  <a:tcPr marL="65772" marR="65772" marT="35079" marB="35079" anchor="ctr">
                    <a:lnL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rgbClr val="CBD5E1"/>
                          </a:solidFill>
                          <a:effectLst/>
                        </a:rPr>
                        <a:t>NFR-04 (Security)</a:t>
                      </a:r>
                    </a:p>
                  </a:txBody>
                  <a:tcPr marL="65772" marR="65772" marT="35079" marB="35079" anchor="ctr">
                    <a:lnL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700921"/>
                  </a:ext>
                </a:extLst>
              </a:tr>
              <a:tr h="3693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rgbClr val="CBD5E1"/>
                          </a:solidFill>
                          <a:effectLst/>
                        </a:rPr>
                        <a:t>Technique</a:t>
                      </a:r>
                    </a:p>
                  </a:txBody>
                  <a:tcPr marL="65772" marR="65772" marT="35079" marB="35079" anchor="ctr">
                    <a:lnL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rgbClr val="CBD5E1"/>
                          </a:solidFill>
                          <a:effectLst/>
                        </a:rPr>
                        <a:t>White-Box Testing (Static Code Analysis)</a:t>
                      </a:r>
                    </a:p>
                  </a:txBody>
                  <a:tcPr marL="65772" marR="65772" marT="35079" marB="35079" anchor="ctr">
                    <a:lnL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5789615"/>
                  </a:ext>
                </a:extLst>
              </a:tr>
              <a:tr h="6809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rgbClr val="CBD5E1"/>
                          </a:solidFill>
                          <a:effectLst/>
                        </a:rPr>
                        <a:t>Steps</a:t>
                      </a:r>
                    </a:p>
                  </a:txBody>
                  <a:tcPr marL="65772" marR="65772" marT="35079" marB="35079" anchor="ctr">
                    <a:lnL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rgbClr val="CBD5E1"/>
                          </a:solidFill>
                          <a:effectLst/>
                        </a:rPr>
                        <a:t>Audit main.js for innerHTML; verify textContent/createElement.</a:t>
                      </a:r>
                    </a:p>
                  </a:txBody>
                  <a:tcPr marL="65772" marR="65772" marT="35079" marB="35079" anchor="ctr">
                    <a:lnL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6155725"/>
                  </a:ext>
                </a:extLst>
              </a:tr>
              <a:tr h="5251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rgbClr val="CBD5E1"/>
                          </a:solidFill>
                          <a:effectLst/>
                        </a:rPr>
                        <a:t>Expected</a:t>
                      </a:r>
                    </a:p>
                  </a:txBody>
                  <a:tcPr marL="65772" marR="65772" marT="35079" marB="35079" anchor="ctr">
                    <a:lnL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rgbClr val="CBD5E1"/>
                          </a:solidFill>
                          <a:effectLst/>
                        </a:rPr>
                        <a:t>No innerHTML usage; safe DOM manipulation.</a:t>
                      </a:r>
                    </a:p>
                  </a:txBody>
                  <a:tcPr marL="65772" marR="65772" marT="35079" marB="35079" anchor="ctr">
                    <a:lnL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7318676"/>
                  </a:ext>
                </a:extLst>
              </a:tr>
              <a:tr h="3693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rgbClr val="CBD5E1"/>
                          </a:solidFill>
                          <a:effectLst/>
                        </a:rPr>
                        <a:t>Result</a:t>
                      </a:r>
                    </a:p>
                  </a:txBody>
                  <a:tcPr marL="65772" marR="65772" marT="35079" marB="35079" anchor="ctr">
                    <a:lnL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effectLst/>
                        </a:rPr>
                        <a:t>✅ Success - Alwaleed Al-zahrani</a:t>
                      </a:r>
                    </a:p>
                  </a:txBody>
                  <a:tcPr marL="65772" marR="65772" marT="35079" marB="35079" anchor="ctr">
                    <a:lnL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38085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1E0F85C-1732-997E-27D7-7C15F3989899}"/>
              </a:ext>
            </a:extLst>
          </p:cNvPr>
          <p:cNvSpPr txBox="1"/>
          <p:nvPr/>
        </p:nvSpPr>
        <p:spPr>
          <a:xfrm>
            <a:off x="107731" y="913818"/>
            <a:ext cx="5793828" cy="1025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  <a:buNone/>
            </a:pPr>
            <a:r>
              <a:rPr lang="en-US" b="1" i="0" dirty="0">
                <a:solidFill>
                  <a:srgbClr val="FFFFFF"/>
                </a:solidFill>
                <a:effectLst/>
                <a:latin typeface="Poppins" panose="00000500000000000000" pitchFamily="2" charset="0"/>
              </a:rPr>
              <a:t>10A. Black Box Test (T-01)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F02C97-D8C7-6BEB-8CB3-8E02723A89B1}"/>
              </a:ext>
            </a:extLst>
          </p:cNvPr>
          <p:cNvSpPr txBox="1"/>
          <p:nvPr/>
        </p:nvSpPr>
        <p:spPr>
          <a:xfrm>
            <a:off x="4623957" y="913818"/>
            <a:ext cx="5793828" cy="1025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  <a:buNone/>
            </a:pPr>
            <a:r>
              <a:rPr lang="en-US" b="1" i="0" dirty="0">
                <a:solidFill>
                  <a:srgbClr val="FFFFFF"/>
                </a:solidFill>
                <a:effectLst/>
                <a:latin typeface="Poppins" panose="00000500000000000000" pitchFamily="2" charset="0"/>
              </a:rPr>
              <a:t>10B. White Box Test (T-20)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52CB5D-D2C3-C2F2-17DD-0C3A2BE71F62}"/>
              </a:ext>
            </a:extLst>
          </p:cNvPr>
          <p:cNvSpPr txBox="1"/>
          <p:nvPr/>
        </p:nvSpPr>
        <p:spPr>
          <a:xfrm>
            <a:off x="1075996" y="4148646"/>
            <a:ext cx="752409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250"/>
              </a:spcBef>
              <a:buNone/>
            </a:pPr>
            <a:r>
              <a:rPr lang="en-US" sz="1600" b="1" i="0" dirty="0">
                <a:solidFill>
                  <a:srgbClr val="14B8A6"/>
                </a:solidFill>
                <a:effectLst/>
                <a:latin typeface="Urbanist" panose="020B0604020202020204" charset="0"/>
              </a:rPr>
              <a:t>Logic Verification: Validating internal code structure (White-Box) alongside functional user paths (Black-Box).</a:t>
            </a:r>
          </a:p>
          <a:p>
            <a:pPr>
              <a:buNone/>
            </a:pPr>
            <a:br>
              <a:rPr lang="en-US" sz="1600" dirty="0"/>
            </a:b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23864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8;p14">
            <a:extLst>
              <a:ext uri="{FF2B5EF4-FFF2-40B4-BE49-F238E27FC236}">
                <a16:creationId xmlns:a16="http://schemas.microsoft.com/office/drawing/2014/main" id="{C8D27769-ACA5-7D67-C448-7C79330A8543}"/>
              </a:ext>
            </a:extLst>
          </p:cNvPr>
          <p:cNvSpPr txBox="1"/>
          <p:nvPr/>
        </p:nvSpPr>
        <p:spPr>
          <a:xfrm>
            <a:off x="375745" y="74886"/>
            <a:ext cx="114014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Security Test Evidences</a:t>
            </a:r>
            <a:endParaRPr sz="1400" dirty="0"/>
          </a:p>
        </p:txBody>
      </p:sp>
      <p:sp>
        <p:nvSpPr>
          <p:cNvPr id="4" name="Google Shape;139;p14">
            <a:extLst>
              <a:ext uri="{FF2B5EF4-FFF2-40B4-BE49-F238E27FC236}">
                <a16:creationId xmlns:a16="http://schemas.microsoft.com/office/drawing/2014/main" id="{892E8978-9D27-003B-2270-087B649F53AE}"/>
              </a:ext>
            </a:extLst>
          </p:cNvPr>
          <p:cNvSpPr/>
          <p:nvPr/>
        </p:nvSpPr>
        <p:spPr>
          <a:xfrm>
            <a:off x="161597" y="0"/>
            <a:ext cx="57150" cy="600075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Google Shape;120;p14" descr="image.png">
            <a:extLst>
              <a:ext uri="{FF2B5EF4-FFF2-40B4-BE49-F238E27FC236}">
                <a16:creationId xmlns:a16="http://schemas.microsoft.com/office/drawing/2014/main" id="{5D40F7F2-956F-4D6E-B53F-D796CB91F24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7315" y="738187"/>
            <a:ext cx="3116147" cy="440531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26;p14">
            <a:extLst>
              <a:ext uri="{FF2B5EF4-FFF2-40B4-BE49-F238E27FC236}">
                <a16:creationId xmlns:a16="http://schemas.microsoft.com/office/drawing/2014/main" id="{2DBEEBE2-9919-E7E8-22B3-58D91AA2D5A4}"/>
              </a:ext>
            </a:extLst>
          </p:cNvPr>
          <p:cNvSpPr txBox="1"/>
          <p:nvPr/>
        </p:nvSpPr>
        <p:spPr>
          <a:xfrm>
            <a:off x="161597" y="941738"/>
            <a:ext cx="320696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0" u="none" strike="noStrike" cap="none" dirty="0">
                <a:solidFill>
                  <a:srgbClr val="14B8A6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Brute-Force Protection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Google Shape;127;p14">
            <a:extLst>
              <a:ext uri="{FF2B5EF4-FFF2-40B4-BE49-F238E27FC236}">
                <a16:creationId xmlns:a16="http://schemas.microsoft.com/office/drawing/2014/main" id="{77A3402B-3131-0803-10B7-F2E4787D0721}"/>
              </a:ext>
            </a:extLst>
          </p:cNvPr>
          <p:cNvSpPr txBox="1"/>
          <p:nvPr/>
        </p:nvSpPr>
        <p:spPr>
          <a:xfrm>
            <a:off x="218747" y="1264443"/>
            <a:ext cx="2950122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15-minute lockout timer activates after 5 failed login attempts.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9" name="Google Shape;128;p14">
            <a:extLst>
              <a:ext uri="{FF2B5EF4-FFF2-40B4-BE49-F238E27FC236}">
                <a16:creationId xmlns:a16="http://schemas.microsoft.com/office/drawing/2014/main" id="{F2E865F0-738B-35D4-1DA7-8CC5A29A3DAF}"/>
              </a:ext>
            </a:extLst>
          </p:cNvPr>
          <p:cNvSpPr txBox="1"/>
          <p:nvPr/>
        </p:nvSpPr>
        <p:spPr>
          <a:xfrm>
            <a:off x="297247" y="4786466"/>
            <a:ext cx="30542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1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Status: ✅ Payload Successfully Blocked</a:t>
            </a:r>
            <a:endParaRPr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AB95C1B-FF00-5F74-ECAB-6DA28B6D33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53" y="2105024"/>
            <a:ext cx="1671662" cy="2601104"/>
          </a:xfrm>
          <a:prstGeom prst="rect">
            <a:avLst/>
          </a:prstGeom>
        </p:spPr>
      </p:pic>
      <p:pic>
        <p:nvPicPr>
          <p:cNvPr id="12" name="Google Shape;121;p14" descr="image.png">
            <a:extLst>
              <a:ext uri="{FF2B5EF4-FFF2-40B4-BE49-F238E27FC236}">
                <a16:creationId xmlns:a16="http://schemas.microsoft.com/office/drawing/2014/main" id="{9FB6E2C5-2C68-4381-F51C-D352EF0147B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77744" y="738187"/>
            <a:ext cx="3067877" cy="4330427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 4">
            <a:extLst>
              <a:ext uri="{FF2B5EF4-FFF2-40B4-BE49-F238E27FC236}">
                <a16:creationId xmlns:a16="http://schemas.microsoft.com/office/drawing/2014/main" id="{177396CD-9933-63C2-BCA4-C42DB18F9997}"/>
              </a:ext>
            </a:extLst>
          </p:cNvPr>
          <p:cNvSpPr/>
          <p:nvPr/>
        </p:nvSpPr>
        <p:spPr>
          <a:xfrm>
            <a:off x="3509517" y="904090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8F8F8F"/>
                </a:solidFill>
                <a:latin typeface="Arial" panose="020B0604020202020204" pitchFamily="34" charset="0"/>
                <a:ea typeface="Mona Sans Semi Bold" pitchFamily="34" charset="-122"/>
                <a:cs typeface="Arial" panose="020B0604020202020204" pitchFamily="34" charset="0"/>
              </a:rPr>
              <a:t>Password Hashing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D332801-E562-D3A9-4537-81290032E0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0147" y="2238970"/>
            <a:ext cx="1834109" cy="250779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3B39D65-AA11-AC41-3E57-EBAA9215067C}"/>
              </a:ext>
            </a:extLst>
          </p:cNvPr>
          <p:cNvSpPr txBox="1"/>
          <p:nvPr/>
        </p:nvSpPr>
        <p:spPr>
          <a:xfrm>
            <a:off x="3425710" y="1204403"/>
            <a:ext cx="2510659" cy="1027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All credentials stored as high-entropy </a:t>
            </a:r>
            <a:r>
              <a:rPr lang="en-US" sz="1400" b="0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bcrypt</a:t>
            </a:r>
            <a:r>
              <a:rPr lang="en-US" sz="1400" b="0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hashes (Cost 10).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29" name="Google Shape;121;p14" descr="image.png">
            <a:extLst>
              <a:ext uri="{FF2B5EF4-FFF2-40B4-BE49-F238E27FC236}">
                <a16:creationId xmlns:a16="http://schemas.microsoft.com/office/drawing/2014/main" id="{BEA3C3A5-0550-98F2-54C4-986BC0F2D9E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68142" y="738186"/>
            <a:ext cx="3067877" cy="4330427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 6">
            <a:extLst>
              <a:ext uri="{FF2B5EF4-FFF2-40B4-BE49-F238E27FC236}">
                <a16:creationId xmlns:a16="http://schemas.microsoft.com/office/drawing/2014/main" id="{1CBE9976-73A6-F50F-A036-17D196FF0494}"/>
              </a:ext>
            </a:extLst>
          </p:cNvPr>
          <p:cNvSpPr/>
          <p:nvPr/>
        </p:nvSpPr>
        <p:spPr>
          <a:xfrm>
            <a:off x="6273240" y="844813"/>
            <a:ext cx="229790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8F8F8F"/>
                </a:solidFill>
                <a:latin typeface="Arial" panose="020B0604020202020204" pitchFamily="34" charset="0"/>
                <a:ea typeface="Mona Sans Semi Bold" pitchFamily="34" charset="-122"/>
                <a:cs typeface="Arial" panose="020B0604020202020204" pitchFamily="34" charset="0"/>
              </a:rPr>
              <a:t>SQL Injection Prevention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8BB7BC8C-47D5-612A-637E-C381FA7FFB5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3400"/>
          <a:stretch>
            <a:fillRect/>
          </a:stretch>
        </p:blipFill>
        <p:spPr>
          <a:xfrm>
            <a:off x="6490241" y="2139611"/>
            <a:ext cx="2245710" cy="270651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3341E0CD-6C1D-D6AE-E4C5-B033CAEEEE17}"/>
              </a:ext>
            </a:extLst>
          </p:cNvPr>
          <p:cNvSpPr txBox="1"/>
          <p:nvPr/>
        </p:nvSpPr>
        <p:spPr>
          <a:xfrm>
            <a:off x="6227019" y="1204403"/>
            <a:ext cx="2950122" cy="807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SQL Injection payloads were </a:t>
            </a:r>
            <a:r>
              <a:rPr lang="en-US" sz="1200" b="1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successfully blocked</a:t>
            </a:r>
            <a:r>
              <a:rPr lang="en-US" sz="120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via PDO prepared statements throughout the application.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525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9;p15">
            <a:extLst>
              <a:ext uri="{FF2B5EF4-FFF2-40B4-BE49-F238E27FC236}">
                <a16:creationId xmlns:a16="http://schemas.microsoft.com/office/drawing/2014/main" id="{3C0A6250-31E2-1E45-4986-CFC07B616E04}"/>
              </a:ext>
            </a:extLst>
          </p:cNvPr>
          <p:cNvSpPr txBox="1"/>
          <p:nvPr/>
        </p:nvSpPr>
        <p:spPr>
          <a:xfrm>
            <a:off x="265386" y="0"/>
            <a:ext cx="114014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UI &amp; Performance Evidences</a:t>
            </a:r>
            <a:endParaRPr sz="1600" dirty="0"/>
          </a:p>
        </p:txBody>
      </p:sp>
      <p:sp>
        <p:nvSpPr>
          <p:cNvPr id="3" name="Google Shape;160;p15">
            <a:extLst>
              <a:ext uri="{FF2B5EF4-FFF2-40B4-BE49-F238E27FC236}">
                <a16:creationId xmlns:a16="http://schemas.microsoft.com/office/drawing/2014/main" id="{98253FCB-CD86-A1B8-3AEE-287FDF748123}"/>
              </a:ext>
            </a:extLst>
          </p:cNvPr>
          <p:cNvSpPr/>
          <p:nvPr/>
        </p:nvSpPr>
        <p:spPr>
          <a:xfrm>
            <a:off x="74886" y="0"/>
            <a:ext cx="57150" cy="600075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48;p15">
            <a:extLst>
              <a:ext uri="{FF2B5EF4-FFF2-40B4-BE49-F238E27FC236}">
                <a16:creationId xmlns:a16="http://schemas.microsoft.com/office/drawing/2014/main" id="{1C6257B7-9768-5277-E867-5B7EEDD81486}"/>
              </a:ext>
            </a:extLst>
          </p:cNvPr>
          <p:cNvSpPr txBox="1"/>
          <p:nvPr/>
        </p:nvSpPr>
        <p:spPr>
          <a:xfrm>
            <a:off x="-398080" y="735687"/>
            <a:ext cx="565070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6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Full Localization</a:t>
            </a:r>
            <a:endParaRPr dirty="0"/>
          </a:p>
        </p:txBody>
      </p:sp>
      <p:sp>
        <p:nvSpPr>
          <p:cNvPr id="5" name="Google Shape;149;p15">
            <a:extLst>
              <a:ext uri="{FF2B5EF4-FFF2-40B4-BE49-F238E27FC236}">
                <a16:creationId xmlns:a16="http://schemas.microsoft.com/office/drawing/2014/main" id="{00495BF3-A8AA-9949-B161-D0BC1B51B7BB}"/>
              </a:ext>
            </a:extLst>
          </p:cNvPr>
          <p:cNvSpPr txBox="1"/>
          <p:nvPr/>
        </p:nvSpPr>
        <p:spPr>
          <a:xfrm>
            <a:off x="0" y="1002424"/>
            <a:ext cx="4122683" cy="934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Complete Arabic RTL and English LTR support implemented across all views with persistent session handling.</a:t>
            </a:r>
            <a:endParaRPr dirty="0"/>
          </a:p>
        </p:txBody>
      </p:sp>
      <p:sp>
        <p:nvSpPr>
          <p:cNvPr id="6" name="Google Shape;150;p15">
            <a:extLst>
              <a:ext uri="{FF2B5EF4-FFF2-40B4-BE49-F238E27FC236}">
                <a16:creationId xmlns:a16="http://schemas.microsoft.com/office/drawing/2014/main" id="{14066A66-714C-1762-6342-EE3AEF4514FB}"/>
              </a:ext>
            </a:extLst>
          </p:cNvPr>
          <p:cNvSpPr txBox="1"/>
          <p:nvPr/>
        </p:nvSpPr>
        <p:spPr>
          <a:xfrm>
            <a:off x="-264072" y="1931711"/>
            <a:ext cx="565070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43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Dark / Light Mode</a:t>
            </a:r>
            <a:endParaRPr dirty="0"/>
          </a:p>
        </p:txBody>
      </p:sp>
      <p:sp>
        <p:nvSpPr>
          <p:cNvPr id="7" name="Google Shape;151;p15">
            <a:extLst>
              <a:ext uri="{FF2B5EF4-FFF2-40B4-BE49-F238E27FC236}">
                <a16:creationId xmlns:a16="http://schemas.microsoft.com/office/drawing/2014/main" id="{8CBE2094-BC97-4531-85AE-48C0ADB1B0B1}"/>
              </a:ext>
            </a:extLst>
          </p:cNvPr>
          <p:cNvSpPr txBox="1"/>
          <p:nvPr/>
        </p:nvSpPr>
        <p:spPr>
          <a:xfrm>
            <a:off x="74886" y="2217498"/>
            <a:ext cx="2802321" cy="934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Dynamic theme switching implemented without layout shifts or functionality loss.</a:t>
            </a:r>
            <a:endParaRPr dirty="0"/>
          </a:p>
        </p:txBody>
      </p:sp>
      <p:sp>
        <p:nvSpPr>
          <p:cNvPr id="8" name="Google Shape;152;p15">
            <a:extLst>
              <a:ext uri="{FF2B5EF4-FFF2-40B4-BE49-F238E27FC236}">
                <a16:creationId xmlns:a16="http://schemas.microsoft.com/office/drawing/2014/main" id="{9E696D98-AE4A-DBEA-6819-7702D16008EB}"/>
              </a:ext>
            </a:extLst>
          </p:cNvPr>
          <p:cNvSpPr txBox="1"/>
          <p:nvPr/>
        </p:nvSpPr>
        <p:spPr>
          <a:xfrm>
            <a:off x="-264072" y="3148958"/>
            <a:ext cx="565070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14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High Performance</a:t>
            </a:r>
            <a:endParaRPr dirty="0"/>
          </a:p>
        </p:txBody>
      </p:sp>
      <p:sp>
        <p:nvSpPr>
          <p:cNvPr id="9" name="Google Shape;153;p15">
            <a:extLst>
              <a:ext uri="{FF2B5EF4-FFF2-40B4-BE49-F238E27FC236}">
                <a16:creationId xmlns:a16="http://schemas.microsoft.com/office/drawing/2014/main" id="{3537A1E4-418B-F509-92B8-FFA51453E526}"/>
              </a:ext>
            </a:extLst>
          </p:cNvPr>
          <p:cNvSpPr txBox="1"/>
          <p:nvPr/>
        </p:nvSpPr>
        <p:spPr>
          <a:xfrm>
            <a:off x="5010" y="3432572"/>
            <a:ext cx="2802322" cy="934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Mizan renders at a consistent 60 FPS with an LCP of 0.64s, exceeding academic benchmarks.</a:t>
            </a:r>
            <a:endParaRPr dirty="0"/>
          </a:p>
        </p:txBody>
      </p:sp>
      <p:sp>
        <p:nvSpPr>
          <p:cNvPr id="10" name="Google Shape;155;p15">
            <a:extLst>
              <a:ext uri="{FF2B5EF4-FFF2-40B4-BE49-F238E27FC236}">
                <a16:creationId xmlns:a16="http://schemas.microsoft.com/office/drawing/2014/main" id="{E1BDFD94-371D-290F-1FE0-184522D1A28D}"/>
              </a:ext>
            </a:extLst>
          </p:cNvPr>
          <p:cNvSpPr txBox="1"/>
          <p:nvPr/>
        </p:nvSpPr>
        <p:spPr>
          <a:xfrm>
            <a:off x="3493294" y="4743122"/>
            <a:ext cx="565070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14B8A6"/>
                </a:solidFill>
                <a:latin typeface="Urbanist"/>
                <a:ea typeface="Urbanist"/>
                <a:cs typeface="Urbanist"/>
                <a:sym typeface="Urbanist"/>
              </a:rPr>
              <a:t>Result: 100% Compliance with SRS/SDS Non-Functional Requirements</a:t>
            </a:r>
            <a:endParaRPr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4C4A3B8-70E1-78E8-17EC-5E3BDDDC5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0597" y="244734"/>
            <a:ext cx="2418521" cy="11912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188037B-BA82-AEA3-AB58-70300B0B0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0246" y="1453082"/>
            <a:ext cx="3019227" cy="151676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F411085-BFE7-2DFC-5B04-96733432A5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8324" y="2986929"/>
            <a:ext cx="4763069" cy="1662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9288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0">
            <a:extLst>
              <a:ext uri="{FF2B5EF4-FFF2-40B4-BE49-F238E27FC236}">
                <a16:creationId xmlns:a16="http://schemas.microsoft.com/office/drawing/2014/main" id="{CCD633B7-3C12-C8EB-1F32-E518E17AF358}"/>
              </a:ext>
            </a:extLst>
          </p:cNvPr>
          <p:cNvSpPr/>
          <p:nvPr/>
        </p:nvSpPr>
        <p:spPr>
          <a:xfrm>
            <a:off x="5372100" y="0"/>
            <a:ext cx="3771900" cy="514350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0" descr="preencoded.png">
            <a:extLst>
              <a:ext uri="{FF2B5EF4-FFF2-40B4-BE49-F238E27FC236}">
                <a16:creationId xmlns:a16="http://schemas.microsoft.com/office/drawing/2014/main" id="{096034AB-44BE-CCB6-A9ED-461282FAB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2509" y="588764"/>
            <a:ext cx="2974479" cy="3965972"/>
          </a:xfrm>
          <a:prstGeom prst="rect">
            <a:avLst/>
          </a:prstGeom>
        </p:spPr>
      </p:pic>
      <p:sp>
        <p:nvSpPr>
          <p:cNvPr id="17" name="Text 1">
            <a:extLst>
              <a:ext uri="{FF2B5EF4-FFF2-40B4-BE49-F238E27FC236}">
                <a16:creationId xmlns:a16="http://schemas.microsoft.com/office/drawing/2014/main" id="{38406931-8E8D-C5FD-6497-ABDF72307DF2}"/>
              </a:ext>
            </a:extLst>
          </p:cNvPr>
          <p:cNvSpPr/>
          <p:nvPr/>
        </p:nvSpPr>
        <p:spPr>
          <a:xfrm>
            <a:off x="1037853" y="2086496"/>
            <a:ext cx="3410694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2400" dirty="0">
                <a:solidFill>
                  <a:srgbClr val="DDDDDD"/>
                </a:solidFill>
                <a:latin typeface="Mona Sans Semi Bold" pitchFamily="34" charset="0"/>
                <a:sym typeface="Poppins"/>
              </a:rPr>
              <a:t>Live demo  &amp; </a:t>
            </a:r>
            <a:r>
              <a:rPr lang="en-US" sz="24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Questions</a:t>
            </a:r>
            <a:endParaRPr lang="en-US" sz="2400" dirty="0"/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3D660B4A-573A-904D-C87C-A79392050079}"/>
              </a:ext>
            </a:extLst>
          </p:cNvPr>
          <p:cNvSpPr/>
          <p:nvPr/>
        </p:nvSpPr>
        <p:spPr>
          <a:xfrm>
            <a:off x="496119" y="2660079"/>
            <a:ext cx="4722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9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Thank you for your time and attention. The floor is now open for any questions regarding Mizan's architecture, testing methodology, or future roadmap.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1583787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196578f-6ae1-40cd-93dd-1a3b7a6ede66}" enabled="1" method="Standard" siteId="{2c86bbfc-8d04-41ff-a83a-942f075e0f6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306</TotalTime>
  <Words>1627</Words>
  <Application>Microsoft Office PowerPoint</Application>
  <PresentationFormat>On-screen Show (16:9)</PresentationFormat>
  <Paragraphs>188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Funnel Sans</vt:lpstr>
      <vt:lpstr>Times New Roman</vt:lpstr>
      <vt:lpstr>Calibri</vt:lpstr>
      <vt:lpstr>Mona Sans Semi Bold</vt:lpstr>
      <vt:lpstr>Urbanist</vt:lpstr>
      <vt:lpstr>Arial</vt:lpstr>
      <vt:lpstr>Aptos</vt:lpstr>
      <vt:lpstr>Poppins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مشعل حمزه</dc:creator>
  <cp:lastModifiedBy>مشعل حمزه الجميعه</cp:lastModifiedBy>
  <cp:revision>40</cp:revision>
  <dcterms:created xsi:type="dcterms:W3CDTF">2026-05-19T17:18:02Z</dcterms:created>
  <dcterms:modified xsi:type="dcterms:W3CDTF">2026-10-08T08:14:14Z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196578f-6ae1-40cd-93dd-1a3b7a6ede66_Enabled">
    <vt:lpwstr>true</vt:lpwstr>
  </property>
  <property fmtid="{D5CDD505-2E9C-101B-9397-08002B2CF9AE}" pid="3" name="MSIP_Label_b196578f-6ae1-40cd-93dd-1a3b7a6ede66_SetDate">
    <vt:lpwstr>2026-05-19T17:20:51Z</vt:lpwstr>
  </property>
  <property fmtid="{D5CDD505-2E9C-101B-9397-08002B2CF9AE}" pid="4" name="MSIP_Label_b196578f-6ae1-40cd-93dd-1a3b7a6ede66_Method">
    <vt:lpwstr>Standard</vt:lpwstr>
  </property>
  <property fmtid="{D5CDD505-2E9C-101B-9397-08002B2CF9AE}" pid="5" name="MSIP_Label_b196578f-6ae1-40cd-93dd-1a3b7a6ede66_Name">
    <vt:lpwstr>Public - عام</vt:lpwstr>
  </property>
  <property fmtid="{D5CDD505-2E9C-101B-9397-08002B2CF9AE}" pid="6" name="MSIP_Label_b196578f-6ae1-40cd-93dd-1a3b7a6ede66_SiteId">
    <vt:lpwstr>2c86bbfc-8d04-41ff-a83a-942f075e0f60</vt:lpwstr>
  </property>
  <property fmtid="{D5CDD505-2E9C-101B-9397-08002B2CF9AE}" pid="7" name="MSIP_Label_b196578f-6ae1-40cd-93dd-1a3b7a6ede66_ActionId">
    <vt:lpwstr>0aa1f1d3-03df-412c-a23c-984a88929516</vt:lpwstr>
  </property>
  <property fmtid="{D5CDD505-2E9C-101B-9397-08002B2CF9AE}" pid="8" name="MSIP_Label_b196578f-6ae1-40cd-93dd-1a3b7a6ede66_ContentBits">
    <vt:lpwstr>0</vt:lpwstr>
  </property>
  <property fmtid="{D5CDD505-2E9C-101B-9397-08002B2CF9AE}" pid="9" name="MSIP_Label_b196578f-6ae1-40cd-93dd-1a3b7a6ede66_Tag">
    <vt:lpwstr>10, 3, 0, 1</vt:lpwstr>
  </property>
</Properties>
</file>